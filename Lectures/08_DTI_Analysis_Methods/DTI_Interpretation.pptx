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3.xml" ContentType="application/vnd.openxmlformats-officedocument.theme+xml"/>
  <Override PartName="/ppt/slideLayouts/slideLayout29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  <p:sldMasterId id="2147485440" r:id="rId2"/>
    <p:sldMasterId id="2147485443" r:id="rId3"/>
    <p:sldMasterId id="2147485457" r:id="rId4"/>
  </p:sldMasterIdLst>
  <p:notesMasterIdLst>
    <p:notesMasterId r:id="rId17"/>
  </p:notesMasterIdLst>
  <p:handoutMasterIdLst>
    <p:handoutMasterId r:id="rId18"/>
  </p:handoutMasterIdLst>
  <p:sldIdLst>
    <p:sldId id="256" r:id="rId5"/>
    <p:sldId id="837" r:id="rId6"/>
    <p:sldId id="873" r:id="rId7"/>
    <p:sldId id="676" r:id="rId8"/>
    <p:sldId id="678" r:id="rId9"/>
    <p:sldId id="675" r:id="rId10"/>
    <p:sldId id="872" r:id="rId11"/>
    <p:sldId id="667" r:id="rId12"/>
    <p:sldId id="759" r:id="rId13"/>
    <p:sldId id="721" r:id="rId14"/>
    <p:sldId id="850" r:id="rId15"/>
    <p:sldId id="842" r:id="rId16"/>
  </p:sldIdLst>
  <p:sldSz cx="9144000" cy="6858000" type="screen4x3"/>
  <p:notesSz cx="7026275" cy="9312275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sz="2800" b="1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sz="2800" b="1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sz="2800" b="1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sz="2800" b="1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6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4" frameSlides="1"/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652"/>
    <p:restoredTop sz="94700"/>
  </p:normalViewPr>
  <p:slideViewPr>
    <p:cSldViewPr snapToGrid="0">
      <p:cViewPr varScale="1">
        <p:scale>
          <a:sx n="102" d="100"/>
          <a:sy n="102" d="100"/>
        </p:scale>
        <p:origin x="2168" y="176"/>
      </p:cViewPr>
      <p:guideLst>
        <p:guide orient="horz" pos="1966"/>
        <p:guide pos="2880"/>
      </p:guideLst>
    </p:cSldViewPr>
  </p:slideViewPr>
  <p:outlineViewPr>
    <p:cViewPr>
      <p:scale>
        <a:sx n="25" d="100"/>
        <a:sy n="25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5412"/>
    </p:cViewPr>
  </p:sorterViewPr>
  <p:notesViewPr>
    <p:cSldViewPr snapToGrid="0">
      <p:cViewPr varScale="1">
        <p:scale>
          <a:sx n="84" d="100"/>
          <a:sy n="84" d="100"/>
        </p:scale>
        <p:origin x="3920" y="1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slideMaster" Target="slideMasters/slideMaster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image" Target="../media/image18.emf"/><Relationship Id="rId1" Type="http://schemas.openxmlformats.org/officeDocument/2006/relationships/image" Target="../media/image17.emf"/><Relationship Id="rId5" Type="http://schemas.openxmlformats.org/officeDocument/2006/relationships/image" Target="../media/image21.emf"/><Relationship Id="rId4" Type="http://schemas.openxmlformats.org/officeDocument/2006/relationships/image" Target="../media/image20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8.e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30.emf"/><Relationship Id="rId1" Type="http://schemas.openxmlformats.org/officeDocument/2006/relationships/image" Target="../media/image29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634" name="Rectangle 2">
            <a:extLst>
              <a:ext uri="{FF2B5EF4-FFF2-40B4-BE49-F238E27FC236}">
                <a16:creationId xmlns:a16="http://schemas.microsoft.com/office/drawing/2014/main" id="{F300673E-0BDA-B842-82D3-508D2FDD45B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4482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350" tIns="46675" rIns="93350" bIns="46675" numCol="1" anchor="t" anchorCtr="0" compatLnSpc="1">
            <a:prstTxWarp prst="textNoShape">
              <a:avLst/>
            </a:prstTxWarp>
          </a:bodyPr>
          <a:lstStyle>
            <a:lvl1pPr defTabSz="933450" eaLnBrk="1" hangingPunct="1">
              <a:defRPr sz="1200">
                <a:latin typeface="Times New Roman" pitchFamily="-111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53635" name="Rectangle 3">
            <a:extLst>
              <a:ext uri="{FF2B5EF4-FFF2-40B4-BE49-F238E27FC236}">
                <a16:creationId xmlns:a16="http://schemas.microsoft.com/office/drawing/2014/main" id="{C4BA9D90-6AEB-C64D-81C9-7C35FD39D3E3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81450" y="0"/>
            <a:ext cx="304482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350" tIns="46675" rIns="93350" bIns="46675" numCol="1" anchor="t" anchorCtr="0" compatLnSpc="1">
            <a:prstTxWarp prst="textNoShape">
              <a:avLst/>
            </a:prstTxWarp>
          </a:bodyPr>
          <a:lstStyle>
            <a:lvl1pPr algn="r" defTabSz="933450" eaLnBrk="1" hangingPunct="1">
              <a:defRPr sz="1200">
                <a:latin typeface="Times New Roman" pitchFamily="-111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53636" name="Rectangle 4">
            <a:extLst>
              <a:ext uri="{FF2B5EF4-FFF2-40B4-BE49-F238E27FC236}">
                <a16:creationId xmlns:a16="http://schemas.microsoft.com/office/drawing/2014/main" id="{26539AAD-EF5D-0841-AC71-9E0F020C139A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47138"/>
            <a:ext cx="3044825" cy="465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350" tIns="46675" rIns="93350" bIns="46675" numCol="1" anchor="b" anchorCtr="0" compatLnSpc="1">
            <a:prstTxWarp prst="textNoShape">
              <a:avLst/>
            </a:prstTxWarp>
          </a:bodyPr>
          <a:lstStyle>
            <a:lvl1pPr defTabSz="933450" eaLnBrk="1" hangingPunct="1">
              <a:defRPr sz="1200">
                <a:latin typeface="Times New Roman" pitchFamily="-111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53637" name="Rectangle 5">
            <a:extLst>
              <a:ext uri="{FF2B5EF4-FFF2-40B4-BE49-F238E27FC236}">
                <a16:creationId xmlns:a16="http://schemas.microsoft.com/office/drawing/2014/main" id="{2DB6BD87-1F5D-B643-8693-3D5A26FF862B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81450" y="8847138"/>
            <a:ext cx="3044825" cy="465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350" tIns="46675" rIns="93350" bIns="46675" numCol="1" anchor="b" anchorCtr="0" compatLnSpc="1">
            <a:prstTxWarp prst="textNoShape">
              <a:avLst/>
            </a:prstTxWarp>
          </a:bodyPr>
          <a:lstStyle>
            <a:lvl1pPr algn="r" defTabSz="933450" eaLnBrk="1" hangingPunct="1">
              <a:defRPr sz="1200"/>
            </a:lvl1pPr>
          </a:lstStyle>
          <a:p>
            <a:fld id="{E6913FE2-62FE-3E4A-9D8F-BFC0FF032BA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9BD0D3B0-02B3-4446-A2CD-B7A466CCEEE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4482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350" tIns="46675" rIns="93350" bIns="46675" numCol="1" anchor="t" anchorCtr="0" compatLnSpc="1">
            <a:prstTxWarp prst="textNoShape">
              <a:avLst/>
            </a:prstTxWarp>
          </a:bodyPr>
          <a:lstStyle>
            <a:lvl1pPr defTabSz="933450" eaLnBrk="1" hangingPunct="1">
              <a:defRPr sz="1200" b="0">
                <a:latin typeface="Times New Roman" pitchFamily="-111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2B89AEE0-D85E-4B43-948B-BF238447DDB4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981450" y="0"/>
            <a:ext cx="304482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350" tIns="46675" rIns="93350" bIns="46675" numCol="1" anchor="t" anchorCtr="0" compatLnSpc="1">
            <a:prstTxWarp prst="textNoShape">
              <a:avLst/>
            </a:prstTxWarp>
          </a:bodyPr>
          <a:lstStyle>
            <a:lvl1pPr algn="r" defTabSz="933450" eaLnBrk="1" hangingPunct="1">
              <a:defRPr sz="1200" b="0">
                <a:latin typeface="Times New Roman" pitchFamily="-111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6868" name="Rectangle 4">
            <a:extLst>
              <a:ext uri="{FF2B5EF4-FFF2-40B4-BE49-F238E27FC236}">
                <a16:creationId xmlns:a16="http://schemas.microsoft.com/office/drawing/2014/main" id="{F6286C9B-182B-4A43-90FC-5490D6F943D6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5863" y="698500"/>
            <a:ext cx="4654550" cy="34925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BA3BA019-25AF-A141-A55A-884F2F346B97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6625" y="4422775"/>
            <a:ext cx="5153025" cy="419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350" tIns="46675" rIns="93350" bIns="4667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50019AFA-935D-9543-B65E-259307FD7A59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47138"/>
            <a:ext cx="3044825" cy="465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350" tIns="46675" rIns="93350" bIns="46675" numCol="1" anchor="b" anchorCtr="0" compatLnSpc="1">
            <a:prstTxWarp prst="textNoShape">
              <a:avLst/>
            </a:prstTxWarp>
          </a:bodyPr>
          <a:lstStyle>
            <a:lvl1pPr defTabSz="933450" eaLnBrk="1" hangingPunct="1">
              <a:defRPr sz="1200" b="0">
                <a:latin typeface="Times New Roman" pitchFamily="-111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465F06C1-A67E-A947-8318-7895AA3996B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81450" y="8847138"/>
            <a:ext cx="3044825" cy="465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350" tIns="46675" rIns="93350" bIns="46675" numCol="1" anchor="b" anchorCtr="0" compatLnSpc="1">
            <a:prstTxWarp prst="textNoShape">
              <a:avLst/>
            </a:prstTxWarp>
          </a:bodyPr>
          <a:lstStyle>
            <a:lvl1pPr algn="r" defTabSz="933450" eaLnBrk="1" hangingPunct="1">
              <a:defRPr sz="1200" b="0"/>
            </a:lvl1pPr>
          </a:lstStyle>
          <a:p>
            <a:fld id="{B6B9023A-2F44-9B44-A6E5-CD53239BE1C2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1" charset="0"/>
        <a:ea typeface="ＭＳ Ｐゴシック" pitchFamily="-111" charset="-128"/>
        <a:cs typeface="ＭＳ Ｐゴシック" pitchFamily="-111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1" charset="0"/>
        <a:ea typeface="ＭＳ Ｐゴシック" pitchFamily="-111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1" charset="0"/>
        <a:ea typeface="ＭＳ Ｐゴシック" pitchFamily="-111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1" charset="0"/>
        <a:ea typeface="ＭＳ Ｐゴシック" pitchFamily="-111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1" charset="0"/>
        <a:ea typeface="ＭＳ Ｐゴシック" pitchFamily="-111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7">
            <a:extLst>
              <a:ext uri="{FF2B5EF4-FFF2-40B4-BE49-F238E27FC236}">
                <a16:creationId xmlns:a16="http://schemas.microsoft.com/office/drawing/2014/main" id="{74EFF390-3C75-4E4A-82A8-B4C227ECF77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34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334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334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334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334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334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334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334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334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740F75B3-CF36-4042-A96B-89653D814D2C}" type="slidenum">
              <a:rPr lang="en-US" altLang="en-US"/>
              <a:pPr>
                <a:spcBef>
                  <a:spcPct val="0"/>
                </a:spcBef>
              </a:pPr>
              <a:t>1</a:t>
            </a:fld>
            <a:endParaRPr lang="en-US" altLang="en-US"/>
          </a:p>
        </p:txBody>
      </p:sp>
      <p:sp>
        <p:nvSpPr>
          <p:cNvPr id="39938" name="Rectangle 2">
            <a:extLst>
              <a:ext uri="{FF2B5EF4-FFF2-40B4-BE49-F238E27FC236}">
                <a16:creationId xmlns:a16="http://schemas.microsoft.com/office/drawing/2014/main" id="{D90832C2-1299-EB4E-9D13-99DEBB39950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6552562C-9E45-D54A-B7F2-6902F9AD111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7">
            <a:extLst>
              <a:ext uri="{FF2B5EF4-FFF2-40B4-BE49-F238E27FC236}">
                <a16:creationId xmlns:a16="http://schemas.microsoft.com/office/drawing/2014/main" id="{499F03B4-8924-4F40-B27F-612262F191E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34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334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334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334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334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334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334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334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334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D2DAEE20-2C7F-B54C-8D67-CE024C1310DF}" type="slidenum">
              <a:rPr lang="en-US" altLang="en-US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2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41986" name="Rectangle 2">
            <a:extLst>
              <a:ext uri="{FF2B5EF4-FFF2-40B4-BE49-F238E27FC236}">
                <a16:creationId xmlns:a16="http://schemas.microsoft.com/office/drawing/2014/main" id="{67198FEA-AE33-3647-A158-132A43639C1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814A0279-E9BF-BB41-B98F-1777E7F7F61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B9023A-2F44-9B44-A6E5-CD53239BE1C2}" type="slidenum">
              <a:rPr lang="en-US" altLang="en-US" smtClean="0"/>
              <a:pPr/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539351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B9023A-2F44-9B44-A6E5-CD53239BE1C2}" type="slidenum">
              <a:rPr lang="en-US" altLang="en-US" smtClean="0"/>
              <a:pPr/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571676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B9023A-2F44-9B44-A6E5-CD53239BE1C2}" type="slidenum">
              <a:rPr lang="en-US" altLang="en-US" smtClean="0"/>
              <a:pPr/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189274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B9023A-2F44-9B44-A6E5-CD53239BE1C2}" type="slidenum">
              <a:rPr lang="en-US" altLang="en-US" smtClean="0"/>
              <a:pPr/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802880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B9023A-2F44-9B44-A6E5-CD53239BE1C2}" type="slidenum">
              <a:rPr lang="en-US" altLang="en-US" smtClean="0"/>
              <a:pPr/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801518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B9023A-2F44-9B44-A6E5-CD53239BE1C2}" type="slidenum">
              <a:rPr lang="en-US" altLang="en-US" smtClean="0"/>
              <a:pPr/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04341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B9023A-2F44-9B44-A6E5-CD53239BE1C2}" type="slidenum">
              <a:rPr lang="en-US" altLang="en-US" smtClean="0"/>
              <a:pPr/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520477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B9023A-2F44-9B44-A6E5-CD53239BE1C2}" type="slidenum">
              <a:rPr lang="en-US" altLang="en-US" smtClean="0"/>
              <a:pPr/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7900533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B9023A-2F44-9B44-A6E5-CD53239BE1C2}" type="slidenum">
              <a:rPr lang="en-US" altLang="en-US" smtClean="0"/>
              <a:pPr/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2302762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B9023A-2F44-9B44-A6E5-CD53239BE1C2}" type="slidenum">
              <a:rPr lang="en-US" altLang="en-US" smtClean="0"/>
              <a:pPr/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373579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31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01CDF5A7-AB6D-9D4F-870D-003624AE648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DT-MRI Alexander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ECCC997E-C9CF-8F46-9BE8-8D340A15F600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alalexander2@wisc.edu</a:t>
            </a:r>
          </a:p>
        </p:txBody>
      </p:sp>
    </p:spTree>
    <p:extLst>
      <p:ext uri="{BB962C8B-B14F-4D97-AF65-F5344CB8AC3E}">
        <p14:creationId xmlns:p14="http://schemas.microsoft.com/office/powerpoint/2010/main" val="3445764962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5BCB01AA-3BE3-BD47-8BAF-791BDAA0D9F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DT-MRI Alexander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F93AD7A0-A7D7-5B43-8524-752757BCFC02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alalexander2@wisc.edu</a:t>
            </a:r>
          </a:p>
        </p:txBody>
      </p:sp>
    </p:spTree>
    <p:extLst>
      <p:ext uri="{BB962C8B-B14F-4D97-AF65-F5344CB8AC3E}">
        <p14:creationId xmlns:p14="http://schemas.microsoft.com/office/powerpoint/2010/main" val="1701175810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6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2E6EC8D8-18CA-8549-A672-E97A03BF553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DT-MRI Alexander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98ED80B6-DDF2-DB49-891F-5E0AE9A5FD29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alalexander2@wisc.edu</a:t>
            </a:r>
          </a:p>
        </p:txBody>
      </p:sp>
    </p:spTree>
    <p:extLst>
      <p:ext uri="{BB962C8B-B14F-4D97-AF65-F5344CB8AC3E}">
        <p14:creationId xmlns:p14="http://schemas.microsoft.com/office/powerpoint/2010/main" val="1059987305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2B10C6C-0981-C746-9B49-FA644C3F89D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DT-MRI Alexander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7DCB91D-340D-C34A-BD5F-407CDAA0529A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alalexander2@wisc.edu</a:t>
            </a:r>
          </a:p>
        </p:txBody>
      </p:sp>
    </p:spTree>
    <p:extLst>
      <p:ext uri="{BB962C8B-B14F-4D97-AF65-F5344CB8AC3E}">
        <p14:creationId xmlns:p14="http://schemas.microsoft.com/office/powerpoint/2010/main" val="3868989507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8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8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CAB0FB3A-0043-724B-A68B-52A7558B17F3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DT-MRI Alexander</a:t>
            </a:r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249714C5-FD03-5F41-B3FD-70F0BEF2FF4C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alalexander2@wisc.edu</a:t>
            </a:r>
          </a:p>
        </p:txBody>
      </p:sp>
    </p:spTree>
    <p:extLst>
      <p:ext uri="{BB962C8B-B14F-4D97-AF65-F5344CB8AC3E}">
        <p14:creationId xmlns:p14="http://schemas.microsoft.com/office/powerpoint/2010/main" val="4108388834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C126665B-2D16-E44D-9739-8FDDBE134EA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DT-MRI Alexander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D8566DA5-2786-B449-BD08-3150F7375C8F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alalexander2@wisc.edu</a:t>
            </a:r>
          </a:p>
        </p:txBody>
      </p:sp>
    </p:spTree>
    <p:extLst>
      <p:ext uri="{BB962C8B-B14F-4D97-AF65-F5344CB8AC3E}">
        <p14:creationId xmlns:p14="http://schemas.microsoft.com/office/powerpoint/2010/main" val="927947571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E5964D76-816D-7F40-8AD9-59917F16999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DT-MRI Alexander</a:t>
            </a: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7BD3F361-FA82-6D47-B84E-DB21536D3B1B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alalexander2@wisc.edu</a:t>
            </a:r>
          </a:p>
        </p:txBody>
      </p:sp>
    </p:spTree>
    <p:extLst>
      <p:ext uri="{BB962C8B-B14F-4D97-AF65-F5344CB8AC3E}">
        <p14:creationId xmlns:p14="http://schemas.microsoft.com/office/powerpoint/2010/main" val="408554709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3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6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3" y="1435103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3EAD8BD-54F8-2C4A-AF8A-F542B8BDBD4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DT-MRI Alexander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48AA391-EDD2-574C-A4D2-1D9276DF4A91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alalexander2@wisc.edu</a:t>
            </a:r>
          </a:p>
        </p:txBody>
      </p:sp>
    </p:spTree>
    <p:extLst>
      <p:ext uri="{BB962C8B-B14F-4D97-AF65-F5344CB8AC3E}">
        <p14:creationId xmlns:p14="http://schemas.microsoft.com/office/powerpoint/2010/main" val="2594093809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A919645-E74A-C242-901C-D7741298DBA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DT-MRI Alexander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43F8684-2130-EA48-B4B1-A635FE47EB95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alalexander2@wisc.edu</a:t>
            </a:r>
          </a:p>
        </p:txBody>
      </p:sp>
    </p:spTree>
    <p:extLst>
      <p:ext uri="{BB962C8B-B14F-4D97-AF65-F5344CB8AC3E}">
        <p14:creationId xmlns:p14="http://schemas.microsoft.com/office/powerpoint/2010/main" val="4231890176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467FDA1A-5843-284F-BEBE-A29DF5DF908F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DT-MRI Alexander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21C14259-7C27-0844-B9C9-48135463D76B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alalexander2@wisc.edu</a:t>
            </a:r>
          </a:p>
        </p:txBody>
      </p:sp>
    </p:spTree>
    <p:extLst>
      <p:ext uri="{BB962C8B-B14F-4D97-AF65-F5344CB8AC3E}">
        <p14:creationId xmlns:p14="http://schemas.microsoft.com/office/powerpoint/2010/main" val="2489707795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2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B6373069-CEEA-0044-B862-3E5817C0669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DT-MRI Alexander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AC51EF09-82F3-1744-9D68-F8E6DF4B9F43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alalexander2@wisc.edu</a:t>
            </a:r>
          </a:p>
        </p:txBody>
      </p:sp>
    </p:spTree>
    <p:extLst>
      <p:ext uri="{BB962C8B-B14F-4D97-AF65-F5344CB8AC3E}">
        <p14:creationId xmlns:p14="http://schemas.microsoft.com/office/powerpoint/2010/main" val="1753710772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685800" y="609600"/>
            <a:ext cx="7772400" cy="548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DE167251-4C12-6F4B-B83B-5AD801FD8B4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DT-MRI Alexander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214DF708-3A55-3047-86D2-C9CD24BBF21D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alalexander2@wisc.edu</a:t>
            </a:r>
          </a:p>
        </p:txBody>
      </p:sp>
    </p:spTree>
    <p:extLst>
      <p:ext uri="{BB962C8B-B14F-4D97-AF65-F5344CB8AC3E}">
        <p14:creationId xmlns:p14="http://schemas.microsoft.com/office/powerpoint/2010/main" val="2680606699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5EE2D5D-F862-7C49-8351-11FFF8A50E0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DT-MRI Alexander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BF91128-ECFD-884B-8D1F-67B65A83D35C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alalexander2@wisc.edu</a:t>
            </a:r>
          </a:p>
        </p:txBody>
      </p:sp>
    </p:spTree>
    <p:extLst>
      <p:ext uri="{BB962C8B-B14F-4D97-AF65-F5344CB8AC3E}">
        <p14:creationId xmlns:p14="http://schemas.microsoft.com/office/powerpoint/2010/main" val="2712551501"/>
      </p:ext>
    </p:extLst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4544B41-331F-7A42-B5F1-5884917FD6E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r>
              <a:rPr lang="en-US"/>
              <a:t>October 15, 2008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576B72F-3F01-6E45-AF03-A83CA63B107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r>
              <a:rPr lang="en-US" altLang="x-none"/>
              <a:t>Alexander – DTI of Autism</a:t>
            </a:r>
          </a:p>
        </p:txBody>
      </p:sp>
      <p:sp>
        <p:nvSpPr>
          <p:cNvPr id="6" name="Rectangle 9" descr="Large confetti">
            <a:extLst>
              <a:ext uri="{FF2B5EF4-FFF2-40B4-BE49-F238E27FC236}">
                <a16:creationId xmlns:a16="http://schemas.microsoft.com/office/drawing/2014/main" id="{905438FE-A4DC-4641-8043-A3DBEC86872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/>
            </a:lvl1pPr>
          </a:lstStyle>
          <a:p>
            <a:fld id="{E1EFD2A9-65B8-3D40-8B5C-8FFB1170C51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58281473"/>
      </p:ext>
    </p:extLst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3788" y="284163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905000"/>
            <a:ext cx="3810000" cy="4191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05000"/>
            <a:ext cx="3810000" cy="4191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C2C631-4158-3E4D-93F3-9D09400E8FD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r>
              <a:rPr lang="en-US"/>
              <a:t>October 15, 2008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27F3C4-CC05-2949-B034-DCC9F0DC9C1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r>
              <a:rPr lang="en-US" altLang="x-none"/>
              <a:t>Alexander – DTI of Autism</a:t>
            </a:r>
          </a:p>
        </p:txBody>
      </p:sp>
      <p:sp>
        <p:nvSpPr>
          <p:cNvPr id="7" name="Rectangle 9" descr="Large confetti">
            <a:extLst>
              <a:ext uri="{FF2B5EF4-FFF2-40B4-BE49-F238E27FC236}">
                <a16:creationId xmlns:a16="http://schemas.microsoft.com/office/drawing/2014/main" id="{A8BFEF00-130F-F54B-82B0-9644D10EF46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/>
            </a:lvl1pPr>
          </a:lstStyle>
          <a:p>
            <a:fld id="{DB5EC8BE-D114-0749-951A-F7018798A7D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33815922"/>
      </p:ext>
    </p:extLst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A8627868-DCB2-6540-8891-57CBFAC13FD2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DT-MRI Alexander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2D994F8E-FD46-2F49-AA75-8335A9E7E457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alalexander2@wisc.edu</a:t>
            </a:r>
          </a:p>
        </p:txBody>
      </p:sp>
    </p:spTree>
    <p:extLst>
      <p:ext uri="{BB962C8B-B14F-4D97-AF65-F5344CB8AC3E}">
        <p14:creationId xmlns:p14="http://schemas.microsoft.com/office/powerpoint/2010/main" val="3244533131"/>
      </p:ext>
    </p:extLst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221C589A-8F87-BC41-A913-9800B9258D9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DT-MRI Alexander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C7223D2A-A683-EF44-823F-685252015B65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alalexander2@wisc.edu</a:t>
            </a:r>
          </a:p>
        </p:txBody>
      </p:sp>
    </p:spTree>
    <p:extLst>
      <p:ext uri="{BB962C8B-B14F-4D97-AF65-F5344CB8AC3E}">
        <p14:creationId xmlns:p14="http://schemas.microsoft.com/office/powerpoint/2010/main" val="1264519457"/>
      </p:ext>
    </p:extLst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409B49C5-AEA3-6241-97D4-3D9A509FBE12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DT-MRI Alexander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4A1B258A-CBB4-E042-B867-341C88ED182B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alalexander2@wisc.edu</a:t>
            </a:r>
          </a:p>
        </p:txBody>
      </p:sp>
    </p:spTree>
    <p:extLst>
      <p:ext uri="{BB962C8B-B14F-4D97-AF65-F5344CB8AC3E}">
        <p14:creationId xmlns:p14="http://schemas.microsoft.com/office/powerpoint/2010/main" val="3257818680"/>
      </p:ext>
    </p:extLst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F5FD74F-656F-B248-9356-B820B13D6E47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DT-MRI Alexander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22E75AC-2308-7C4B-8481-562172135B82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alalexander2@wisc.edu</a:t>
            </a:r>
          </a:p>
        </p:txBody>
      </p:sp>
    </p:spTree>
    <p:extLst>
      <p:ext uri="{BB962C8B-B14F-4D97-AF65-F5344CB8AC3E}">
        <p14:creationId xmlns:p14="http://schemas.microsoft.com/office/powerpoint/2010/main" val="3425244267"/>
      </p:ext>
    </p:extLst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57D0ABE8-EDE7-D345-96F8-534011FC59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DT-MRI Alexander</a:t>
            </a:r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B2371597-C57F-5247-9F30-1ADE5609FBC3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alalexander2@wisc.edu</a:t>
            </a:r>
          </a:p>
        </p:txBody>
      </p:sp>
    </p:spTree>
    <p:extLst>
      <p:ext uri="{BB962C8B-B14F-4D97-AF65-F5344CB8AC3E}">
        <p14:creationId xmlns:p14="http://schemas.microsoft.com/office/powerpoint/2010/main" val="3934038712"/>
      </p:ext>
    </p:extLst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8917772F-3CB1-0A47-BD76-67F5D1A083F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DT-MRI Alexander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8F753950-EAA2-8547-96BC-09E644FFB0AC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alalexander2@wisc.edu</a:t>
            </a:r>
          </a:p>
        </p:txBody>
      </p:sp>
    </p:spTree>
    <p:extLst>
      <p:ext uri="{BB962C8B-B14F-4D97-AF65-F5344CB8AC3E}">
        <p14:creationId xmlns:p14="http://schemas.microsoft.com/office/powerpoint/2010/main" val="1922054305"/>
      </p:ext>
    </p:extLst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C69ABE4F-7C79-1543-9756-E69AFC72127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DT-MRI Alexander</a:t>
            </a: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A5450CD2-3514-9645-A66F-5A9DF56B3E6E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alalexander2@wisc.edu</a:t>
            </a:r>
          </a:p>
        </p:txBody>
      </p:sp>
    </p:spTree>
    <p:extLst>
      <p:ext uri="{BB962C8B-B14F-4D97-AF65-F5344CB8AC3E}">
        <p14:creationId xmlns:p14="http://schemas.microsoft.com/office/powerpoint/2010/main" val="1681276631"/>
      </p:ext>
    </p:extLst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A6864E4-FCF6-0A43-8F3C-4D54DC20B8E2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DT-MRI Alexander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8FD3CF9-53C4-734C-AEAA-0B6BB6ED770F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alalexander2@wisc.edu</a:t>
            </a:r>
          </a:p>
        </p:txBody>
      </p:sp>
    </p:spTree>
    <p:extLst>
      <p:ext uri="{BB962C8B-B14F-4D97-AF65-F5344CB8AC3E}">
        <p14:creationId xmlns:p14="http://schemas.microsoft.com/office/powerpoint/2010/main" val="170656120"/>
      </p:ext>
    </p:extLst>
  </p:cSld>
  <p:clrMapOvr>
    <a:masterClrMapping/>
  </p:clrMapOvr>
  <p:transition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5158AC0-8321-F843-936C-C1BF0F93F124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DT-MRI Alexander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61584EA-134B-8542-AAA0-3002AA440E00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alalexander2@wisc.edu</a:t>
            </a:r>
          </a:p>
        </p:txBody>
      </p:sp>
    </p:spTree>
    <p:extLst>
      <p:ext uri="{BB962C8B-B14F-4D97-AF65-F5344CB8AC3E}">
        <p14:creationId xmlns:p14="http://schemas.microsoft.com/office/powerpoint/2010/main" val="3777327395"/>
      </p:ext>
    </p:extLst>
  </p:cSld>
  <p:clrMapOvr>
    <a:masterClrMapping/>
  </p:clrMapOvr>
  <p:transition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AD830853-8583-854A-B83B-23B8E8E4B384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DT-MRI Alexander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C83C181E-4D09-7142-8966-14071267B26D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alalexander2@wisc.edu</a:t>
            </a:r>
          </a:p>
        </p:txBody>
      </p:sp>
    </p:spTree>
    <p:extLst>
      <p:ext uri="{BB962C8B-B14F-4D97-AF65-F5344CB8AC3E}">
        <p14:creationId xmlns:p14="http://schemas.microsoft.com/office/powerpoint/2010/main" val="55657880"/>
      </p:ext>
    </p:extLst>
  </p:cSld>
  <p:clrMapOvr>
    <a:masterClrMapping/>
  </p:clrMapOvr>
  <p:transition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09BAC1F0-F1E8-5E4F-8403-633ACA2069D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DT-MRI Alexander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2F49202F-9E4C-064C-9DFB-7D5FEF28D222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alalexander2@wisc.edu</a:t>
            </a:r>
          </a:p>
        </p:txBody>
      </p:sp>
    </p:spTree>
    <p:extLst>
      <p:ext uri="{BB962C8B-B14F-4D97-AF65-F5344CB8AC3E}">
        <p14:creationId xmlns:p14="http://schemas.microsoft.com/office/powerpoint/2010/main" val="1666908738"/>
      </p:ext>
    </p:extLst>
  </p:cSld>
  <p:clrMapOvr>
    <a:masterClrMapping/>
  </p:clrMapOvr>
  <p:transition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685800" y="609600"/>
            <a:ext cx="7772400" cy="548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3B642A58-DF35-904C-BEC2-79FB8FE8DEFD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DT-MRI Alexander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B3ED28A5-EBEA-704A-B3CD-05280E584514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alalexander2@wisc.edu</a:t>
            </a:r>
          </a:p>
        </p:txBody>
      </p:sp>
    </p:spTree>
    <p:extLst>
      <p:ext uri="{BB962C8B-B14F-4D97-AF65-F5344CB8AC3E}">
        <p14:creationId xmlns:p14="http://schemas.microsoft.com/office/powerpoint/2010/main" val="3007353257"/>
      </p:ext>
    </p:extLst>
  </p:cSld>
  <p:clrMapOvr>
    <a:masterClrMapping/>
  </p:clrMapOvr>
  <p:transition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E93A971-4FB7-8143-A1BB-CDE4F947C2F8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DT-MRI Alexander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B82D501-B696-7846-BDA4-7A2CBAD346AE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alalexander2@wisc.edu</a:t>
            </a:r>
          </a:p>
        </p:txBody>
      </p:sp>
    </p:spTree>
    <p:extLst>
      <p:ext uri="{BB962C8B-B14F-4D97-AF65-F5344CB8AC3E}">
        <p14:creationId xmlns:p14="http://schemas.microsoft.com/office/powerpoint/2010/main" val="2570892945"/>
      </p:ext>
    </p:extLst>
  </p:cSld>
  <p:clrMapOvr>
    <a:masterClrMapping/>
  </p:clrMapOvr>
  <p:transition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8CCDCA07-27E5-A54B-ABE6-52684700215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b="0">
                <a:latin typeface="Comic Sans MS" pitchFamily="-10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48D9E5F3-BD6D-7E45-86C1-FF3560E7B37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b="0">
                <a:latin typeface="Comic Sans MS" pitchFamily="-10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7764FA7D-32F5-D04F-960A-270EEBCA619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>
                <a:latin typeface="Comic Sans MS" panose="030F0902030302020204" pitchFamily="66" charset="0"/>
              </a:defRPr>
            </a:lvl1pPr>
          </a:lstStyle>
          <a:p>
            <a:fld id="{4622901A-EAD7-384B-A61B-6A6AB808BF9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56725317"/>
      </p:ext>
    </p:extLst>
  </p:cSld>
  <p:clrMapOvr>
    <a:masterClrMapping/>
  </p:clrMapOvr>
  <p:transition>
    <p:random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8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7.xml"/><Relationship Id="rId2" Type="http://schemas.openxmlformats.org/officeDocument/2006/relationships/slideLayout" Target="../slideLayouts/slideLayout17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Relationship Id="rId1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D4466BDF-4A51-E04D-A7C2-31F363AAD3D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9F137D34-D98B-644B-B4B1-B7D6C9D98E1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A74EC1E4-805B-AE47-A316-E81E1F95BDA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403975"/>
            <a:ext cx="2895600" cy="301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solidFill>
                  <a:srgbClr val="FFFF35"/>
                </a:solidFill>
                <a:latin typeface="Times New Roman" pitchFamily="-111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DT-MRI Alexander</a:t>
            </a:r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645E3211-44C7-5049-BDFD-E40D8AE34A35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32550"/>
            <a:ext cx="1905000" cy="27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>
                <a:solidFill>
                  <a:srgbClr val="66FF33"/>
                </a:solidFill>
                <a:latin typeface="Times New Roman" pitchFamily="-111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alalexander2@wisc.edu</a:t>
            </a:r>
          </a:p>
        </p:txBody>
      </p:sp>
      <p:pic>
        <p:nvPicPr>
          <p:cNvPr id="2" name="Picture 8" descr="ADC_and_rgb_nex8">
            <a:extLst>
              <a:ext uri="{FF2B5EF4-FFF2-40B4-BE49-F238E27FC236}">
                <a16:creationId xmlns:a16="http://schemas.microsoft.com/office/drawing/2014/main" id="{2AD08951-AE91-A647-AB59-C432B5C5F8F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74638" y="204788"/>
            <a:ext cx="971550" cy="690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1" name="Picture 9" descr="Wcrest_transparent">
            <a:extLst>
              <a:ext uri="{FF2B5EF4-FFF2-40B4-BE49-F238E27FC236}">
                <a16:creationId xmlns:a16="http://schemas.microsoft.com/office/drawing/2014/main" id="{B7A0B4EF-B072-8C4B-9E59-EEE1C21A6D2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078788" y="220663"/>
            <a:ext cx="738187" cy="1154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7561" r:id="rId1"/>
    <p:sldLayoutId id="2147487562" r:id="rId2"/>
    <p:sldLayoutId id="2147487563" r:id="rId3"/>
    <p:sldLayoutId id="2147487564" r:id="rId4"/>
    <p:sldLayoutId id="2147487565" r:id="rId5"/>
    <p:sldLayoutId id="2147487566" r:id="rId6"/>
    <p:sldLayoutId id="2147487567" r:id="rId7"/>
    <p:sldLayoutId id="2147487568" r:id="rId8"/>
    <p:sldLayoutId id="2147487569" r:id="rId9"/>
    <p:sldLayoutId id="2147487570" r:id="rId10"/>
    <p:sldLayoutId id="2147487571" r:id="rId11"/>
    <p:sldLayoutId id="2147487572" r:id="rId12"/>
    <p:sldLayoutId id="2147487573" r:id="rId13"/>
  </p:sldLayoutIdLst>
  <p:transition/>
  <p:hf sldNum="0"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pitchFamily="-111" charset="-128"/>
          <a:cs typeface="ＭＳ Ｐゴシック" pitchFamily="-111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-111" charset="0"/>
          <a:ea typeface="ＭＳ Ｐゴシック" pitchFamily="-111" charset="-128"/>
          <a:cs typeface="ＭＳ Ｐゴシック" pitchFamily="-111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-111" charset="0"/>
          <a:ea typeface="ＭＳ Ｐゴシック" pitchFamily="-111" charset="-128"/>
          <a:cs typeface="ＭＳ Ｐゴシック" pitchFamily="-111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-111" charset="0"/>
          <a:ea typeface="ＭＳ Ｐゴシック" pitchFamily="-111" charset="-128"/>
          <a:cs typeface="ＭＳ Ｐゴシック" pitchFamily="-111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-111" charset="0"/>
          <a:ea typeface="ＭＳ Ｐゴシック" pitchFamily="-111" charset="-128"/>
          <a:cs typeface="ＭＳ Ｐゴシック" pitchFamily="-111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-111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-111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-111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-111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ＭＳ Ｐゴシック" pitchFamily="-111" charset="-128"/>
          <a:cs typeface="ＭＳ Ｐゴシック" pitchFamily="-111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ＭＳ Ｐゴシック" pitchFamily="-111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ＭＳ Ｐゴシック" pitchFamily="-111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pitchFamily="-111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pitchFamily="-111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pitchFamily="-111" charset="-128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pitchFamily="-111" charset="-128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pitchFamily="-111" charset="-128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pitchFamily="-111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 shadeToTitle="1">
        <a:gradFill rotWithShape="0">
          <a:gsLst>
            <a:gs pos="0">
              <a:srgbClr val="FFEFD1"/>
            </a:gs>
            <a:gs pos="64999">
              <a:srgbClr val="F0EBD5"/>
            </a:gs>
            <a:gs pos="100000">
              <a:srgbClr val="D1C39F"/>
            </a:gs>
          </a:gsLst>
          <a:path path="shap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 descr="Large confetti">
            <a:extLst>
              <a:ext uri="{FF2B5EF4-FFF2-40B4-BE49-F238E27FC236}">
                <a16:creationId xmlns:a16="http://schemas.microsoft.com/office/drawing/2014/main" id="{3EC4623E-D032-B44C-8BB7-B93028845F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093788" y="284163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5F6AC149-1E6F-4C41-AA86-46FA12F0FD2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05000"/>
            <a:ext cx="7772400" cy="419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31076" name="Rectangle 4">
            <a:extLst>
              <a:ext uri="{FF2B5EF4-FFF2-40B4-BE49-F238E27FC236}">
                <a16:creationId xmlns:a16="http://schemas.microsoft.com/office/drawing/2014/main" id="{64AEEC7C-8213-384D-856B-06082B7C850E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solidFill>
                  <a:srgbClr val="20374E"/>
                </a:solidFill>
                <a:latin typeface="Times New Roman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October 15, 2008</a:t>
            </a:r>
          </a:p>
        </p:txBody>
      </p:sp>
      <p:sp>
        <p:nvSpPr>
          <p:cNvPr id="131077" name="Rectangle 5">
            <a:extLst>
              <a:ext uri="{FF2B5EF4-FFF2-40B4-BE49-F238E27FC236}">
                <a16:creationId xmlns:a16="http://schemas.microsoft.com/office/drawing/2014/main" id="{9F25A85C-EEF0-5044-B990-395602C1C801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solidFill>
                  <a:srgbClr val="20374E"/>
                </a:solidFill>
                <a:latin typeface="Times New Roman" charset="0"/>
                <a:ea typeface="ＭＳ Ｐゴシック" charset="-128"/>
              </a:defRPr>
            </a:lvl1pPr>
          </a:lstStyle>
          <a:p>
            <a:pPr>
              <a:defRPr/>
            </a:pPr>
            <a:r>
              <a:rPr lang="en-US" altLang="x-none"/>
              <a:t>Alexander – DTI of Autism</a:t>
            </a:r>
          </a:p>
        </p:txBody>
      </p:sp>
      <p:sp>
        <p:nvSpPr>
          <p:cNvPr id="76806" name="Rectangle 6">
            <a:extLst>
              <a:ext uri="{FF2B5EF4-FFF2-40B4-BE49-F238E27FC236}">
                <a16:creationId xmlns:a16="http://schemas.microsoft.com/office/drawing/2014/main" id="{654488C0-F20F-F149-AF78-DA8564D1E6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512888"/>
            <a:ext cx="8458200" cy="87312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ctr" eaLnBrk="1" hangingPunct="1">
              <a:defRPr/>
            </a:pPr>
            <a:endParaRPr kumimoji="1" lang="x-none" altLang="x-none" sz="2400" b="0">
              <a:solidFill>
                <a:srgbClr val="20374E"/>
              </a:solidFill>
            </a:endParaRPr>
          </a:p>
        </p:txBody>
      </p:sp>
      <p:sp>
        <p:nvSpPr>
          <p:cNvPr id="76807" name="Rectangle 8">
            <a:extLst>
              <a:ext uri="{FF2B5EF4-FFF2-40B4-BE49-F238E27FC236}">
                <a16:creationId xmlns:a16="http://schemas.microsoft.com/office/drawing/2014/main" id="{06090B72-A464-0649-8F2F-B96F5A50BF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67550" y="6553200"/>
            <a:ext cx="2076450" cy="79375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ctr" eaLnBrk="1" hangingPunct="1">
              <a:defRPr/>
            </a:pPr>
            <a:endParaRPr kumimoji="1" lang="x-none" altLang="x-none" sz="2400" b="0">
              <a:solidFill>
                <a:srgbClr val="20374E"/>
              </a:solidFill>
            </a:endParaRPr>
          </a:p>
        </p:txBody>
      </p:sp>
      <p:sp>
        <p:nvSpPr>
          <p:cNvPr id="131081" name="Rectangle 9" descr="Large confetti">
            <a:extLst>
              <a:ext uri="{FF2B5EF4-FFF2-40B4-BE49-F238E27FC236}">
                <a16:creationId xmlns:a16="http://schemas.microsoft.com/office/drawing/2014/main" id="{DF97592B-3409-C346-927D-A279BF9A05B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216900" y="6248400"/>
            <a:ext cx="533400" cy="609600"/>
          </a:xfrm>
          <a:prstGeom prst="rect">
            <a:avLst/>
          </a:pr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</a:bodyPr>
          <a:lstStyle>
            <a:lvl1pPr algn="r" eaLnBrk="1" hangingPunct="1">
              <a:defRPr sz="1400" b="0">
                <a:solidFill>
                  <a:srgbClr val="DCE4D2"/>
                </a:solidFill>
              </a:defRPr>
            </a:lvl1pPr>
          </a:lstStyle>
          <a:p>
            <a:fld id="{DDB0A530-248C-FC45-B3EA-AB08AFFF9E5D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7574" r:id="rId1"/>
    <p:sldLayoutId id="2147487575" r:id="rId2"/>
  </p:sldLayoutIdLst>
  <p:transition/>
  <p:hf sldNum="0"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charset="-128"/>
          <a:cs typeface="ＭＳ Ｐゴシック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  <a:ea typeface="ＭＳ Ｐゴシック" charset="-128"/>
          <a:cs typeface="ＭＳ Ｐゴシック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  <a:ea typeface="ＭＳ Ｐゴシック" charset="-128"/>
          <a:cs typeface="ＭＳ Ｐゴシック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  <a:ea typeface="ＭＳ Ｐゴシック" charset="-128"/>
          <a:cs typeface="ＭＳ Ｐゴシック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  <a:ea typeface="ＭＳ Ｐゴシック" charset="-128"/>
          <a:cs typeface="ＭＳ Ｐゴシック" charset="-128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SzPct val="85000"/>
        <a:buBlip>
          <a:blip r:embed="rId5"/>
        </a:buBlip>
        <a:defRPr sz="32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0000"/>
        <a:buFont typeface="Wingdings" pitchFamily="2" charset="2"/>
        <a:buChar char="n"/>
        <a:defRPr sz="2800">
          <a:solidFill>
            <a:schemeClr val="tx1"/>
          </a:solidFill>
          <a:latin typeface="+mn-lt"/>
          <a:ea typeface="ＭＳ Ｐゴシック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SzPct val="70000"/>
        <a:buFont typeface="Wingdings" pitchFamily="2" charset="2"/>
        <a:buChar char="n"/>
        <a:defRPr sz="2400">
          <a:solidFill>
            <a:schemeClr val="tx1"/>
          </a:solidFill>
          <a:latin typeface="+mn-lt"/>
          <a:ea typeface="ＭＳ Ｐゴシック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SzPct val="7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ＭＳ Ｐゴシック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ＭＳ Ｐゴシック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ＭＳ Ｐゴシック" charset="-128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ＭＳ Ｐゴシック" charset="-128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ＭＳ Ｐゴシック" charset="-128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C585E82F-0F0B-E743-93C1-25CA3E6C39C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D8676876-476F-7F4D-A37A-8E36F2106EA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59907BCE-E8D6-8F4F-9C41-831047A17764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403975"/>
            <a:ext cx="2895600" cy="301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solidFill>
                  <a:srgbClr val="FFFF35"/>
                </a:solidFill>
                <a:latin typeface="Times New Roman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DT-MRI Alexander</a:t>
            </a:r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E890BEC3-C514-E24A-A2C9-DED92B57BB45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32550"/>
            <a:ext cx="1905000" cy="27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>
                <a:solidFill>
                  <a:srgbClr val="66FF33"/>
                </a:solidFill>
                <a:latin typeface="Times New Roman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alalexander2@wisc.edu</a:t>
            </a:r>
          </a:p>
        </p:txBody>
      </p:sp>
      <p:pic>
        <p:nvPicPr>
          <p:cNvPr id="18438" name="Picture 8" descr="ADC_and_rgb_nex8">
            <a:extLst>
              <a:ext uri="{FF2B5EF4-FFF2-40B4-BE49-F238E27FC236}">
                <a16:creationId xmlns:a16="http://schemas.microsoft.com/office/drawing/2014/main" id="{02750BFF-0BF7-774C-B3DB-6725B6332C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74638" y="204788"/>
            <a:ext cx="971550" cy="690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39" name="Picture 9" descr="Wcrest_transparent">
            <a:extLst>
              <a:ext uri="{FF2B5EF4-FFF2-40B4-BE49-F238E27FC236}">
                <a16:creationId xmlns:a16="http://schemas.microsoft.com/office/drawing/2014/main" id="{DD29DDD7-CCF5-BC47-81B4-7DC726D3FCB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078788" y="220663"/>
            <a:ext cx="738187" cy="1154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7576" r:id="rId1"/>
    <p:sldLayoutId id="2147487577" r:id="rId2"/>
    <p:sldLayoutId id="2147487578" r:id="rId3"/>
    <p:sldLayoutId id="2147487579" r:id="rId4"/>
    <p:sldLayoutId id="2147487580" r:id="rId5"/>
    <p:sldLayoutId id="2147487581" r:id="rId6"/>
    <p:sldLayoutId id="2147487582" r:id="rId7"/>
    <p:sldLayoutId id="2147487583" r:id="rId8"/>
    <p:sldLayoutId id="2147487584" r:id="rId9"/>
    <p:sldLayoutId id="2147487585" r:id="rId10"/>
    <p:sldLayoutId id="2147487586" r:id="rId11"/>
    <p:sldLayoutId id="2147487587" r:id="rId12"/>
    <p:sldLayoutId id="2147487588" r:id="rId13"/>
  </p:sldLayoutIdLst>
  <p:transition/>
  <p:hf sldNum="0"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charset="0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  <a:ea typeface="ＭＳ Ｐゴシック" charset="0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  <a:ea typeface="ＭＳ Ｐゴシック" charset="0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  <a:ea typeface="ＭＳ Ｐゴシック" charset="0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  <a:ea typeface="ＭＳ Ｐゴシック" charset="0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ＭＳ Ｐゴシック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ＭＳ Ｐゴシック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50B521F8-1E60-E047-B100-996EAAD80F1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5BCA735F-BE73-804A-A686-F521FB24AA7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648196" name="Rectangle 4">
            <a:extLst>
              <a:ext uri="{FF2B5EF4-FFF2-40B4-BE49-F238E27FC236}">
                <a16:creationId xmlns:a16="http://schemas.microsoft.com/office/drawing/2014/main" id="{68CD5F43-67D1-C44A-82A8-0B7CCDFF81D0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1">
                <a:solidFill>
                  <a:srgbClr val="000000"/>
                </a:solidFill>
                <a:latin typeface="Times New Roman" pitchFamily="-10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48197" name="Rectangle 5">
            <a:extLst>
              <a:ext uri="{FF2B5EF4-FFF2-40B4-BE49-F238E27FC236}">
                <a16:creationId xmlns:a16="http://schemas.microsoft.com/office/drawing/2014/main" id="{AD60DCAD-AE67-4148-AFCF-052D1A20562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1">
                <a:solidFill>
                  <a:srgbClr val="000000"/>
                </a:solidFill>
                <a:latin typeface="Times New Roman" pitchFamily="-10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48198" name="Rectangle 6">
            <a:extLst>
              <a:ext uri="{FF2B5EF4-FFF2-40B4-BE49-F238E27FC236}">
                <a16:creationId xmlns:a16="http://schemas.microsoft.com/office/drawing/2014/main" id="{41F255B8-E7A5-F942-BBAC-5EE01A99E6ED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solidFill>
                  <a:srgbClr val="000000"/>
                </a:solidFill>
              </a:defRPr>
            </a:lvl1pPr>
          </a:lstStyle>
          <a:p>
            <a:fld id="{5E9E0D37-A713-AD41-B6F9-A2693BEC54D8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7589" r:id="rId1"/>
  </p:sldLayoutIdLst>
  <p:transition>
    <p:random/>
  </p:transition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pitchFamily="-108" charset="-128"/>
          <a:cs typeface="ＭＳ Ｐゴシック" pitchFamily="-108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-108" charset="0"/>
          <a:ea typeface="ＭＳ Ｐゴシック" pitchFamily="-108" charset="-128"/>
          <a:cs typeface="ＭＳ Ｐゴシック" pitchFamily="-108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-108" charset="0"/>
          <a:ea typeface="ＭＳ Ｐゴシック" pitchFamily="-108" charset="-128"/>
          <a:cs typeface="ＭＳ Ｐゴシック" pitchFamily="-108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-108" charset="0"/>
          <a:ea typeface="ＭＳ Ｐゴシック" pitchFamily="-108" charset="-128"/>
          <a:cs typeface="ＭＳ Ｐゴシック" pitchFamily="-108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-108" charset="0"/>
          <a:ea typeface="ＭＳ Ｐゴシック" pitchFamily="-108" charset="-128"/>
          <a:cs typeface="ＭＳ Ｐゴシック" pitchFamily="-108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-10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-10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-10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-10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ＭＳ Ｐゴシック" pitchFamily="-108" charset="-128"/>
          <a:cs typeface="ＭＳ Ｐゴシック" pitchFamily="-108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ＭＳ Ｐゴシック" pitchFamily="-108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ＭＳ Ｐゴシック" pitchFamily="-108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pitchFamily="-108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pitchFamily="-108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pitchFamily="-108" charset="-128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pitchFamily="-108" charset="-128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pitchFamily="-108" charset="-128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pitchFamily="-108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7" Type="http://schemas.openxmlformats.org/officeDocument/2006/relationships/image" Target="../media/image9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jpeg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eg"/><Relationship Id="rId3" Type="http://schemas.openxmlformats.org/officeDocument/2006/relationships/image" Target="../media/image4.png"/><Relationship Id="rId7" Type="http://schemas.openxmlformats.org/officeDocument/2006/relationships/image" Target="../media/image8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4" Type="http://schemas.openxmlformats.org/officeDocument/2006/relationships/image" Target="../media/image5.jpeg"/><Relationship Id="rId9" Type="http://schemas.openxmlformats.org/officeDocument/2006/relationships/image" Target="../media/image11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7" Type="http://schemas.openxmlformats.org/officeDocument/2006/relationships/image" Target="../media/image1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jpeg"/><Relationship Id="rId5" Type="http://schemas.openxmlformats.org/officeDocument/2006/relationships/image" Target="../media/image14.jpeg"/><Relationship Id="rId4" Type="http://schemas.openxmlformats.org/officeDocument/2006/relationships/image" Target="../media/image13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emf"/><Relationship Id="rId13" Type="http://schemas.openxmlformats.org/officeDocument/2006/relationships/oleObject" Target="../embeddings/oleObject5.bin"/><Relationship Id="rId3" Type="http://schemas.openxmlformats.org/officeDocument/2006/relationships/notesSlide" Target="../notesSlides/notesSlide4.xml"/><Relationship Id="rId7" Type="http://schemas.openxmlformats.org/officeDocument/2006/relationships/oleObject" Target="../embeddings/oleObject2.bin"/><Relationship Id="rId12" Type="http://schemas.openxmlformats.org/officeDocument/2006/relationships/image" Target="../media/image20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7.emf"/><Relationship Id="rId11" Type="http://schemas.openxmlformats.org/officeDocument/2006/relationships/oleObject" Target="../embeddings/oleObject4.bin"/><Relationship Id="rId5" Type="http://schemas.openxmlformats.org/officeDocument/2006/relationships/oleObject" Target="../embeddings/oleObject1.bin"/><Relationship Id="rId10" Type="http://schemas.openxmlformats.org/officeDocument/2006/relationships/image" Target="../media/image19.emf"/><Relationship Id="rId4" Type="http://schemas.openxmlformats.org/officeDocument/2006/relationships/image" Target="../media/image22.jpeg"/><Relationship Id="rId9" Type="http://schemas.openxmlformats.org/officeDocument/2006/relationships/oleObject" Target="../embeddings/oleObject3.bin"/><Relationship Id="rId14" Type="http://schemas.openxmlformats.org/officeDocument/2006/relationships/image" Target="../media/image21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24.e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7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7.jpeg"/><Relationship Id="rId5" Type="http://schemas.openxmlformats.org/officeDocument/2006/relationships/image" Target="../media/image28.emf"/><Relationship Id="rId4" Type="http://schemas.openxmlformats.org/officeDocument/2006/relationships/oleObject" Target="../embeddings/oleObject7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emf"/><Relationship Id="rId3" Type="http://schemas.openxmlformats.org/officeDocument/2006/relationships/notesSlide" Target="../notesSlides/notesSlide10.xml"/><Relationship Id="rId7" Type="http://schemas.openxmlformats.org/officeDocument/2006/relationships/oleObject" Target="../embeddings/oleObject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29.emf"/><Relationship Id="rId5" Type="http://schemas.openxmlformats.org/officeDocument/2006/relationships/oleObject" Target="../embeddings/oleObject8.bin"/><Relationship Id="rId4" Type="http://schemas.openxmlformats.org/officeDocument/2006/relationships/image" Target="../media/image7.jpeg"/><Relationship Id="rId9" Type="http://schemas.openxmlformats.org/officeDocument/2006/relationships/image" Target="../media/image31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2">
            <a:extLst>
              <a:ext uri="{FF2B5EF4-FFF2-40B4-BE49-F238E27FC236}">
                <a16:creationId xmlns:a16="http://schemas.microsoft.com/office/drawing/2014/main" id="{AF39E898-9D70-324E-8DE1-8C123800394A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90563" y="387985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 b="1">
                <a:solidFill>
                  <a:srgbClr val="FFFF00"/>
                </a:solidFill>
                <a:latin typeface="Tahoma" panose="020B0604030504040204" pitchFamily="34" charset="0"/>
                <a:ea typeface="ＭＳ Ｐゴシック" panose="020B0600070205080204" pitchFamily="34" charset="-128"/>
              </a:rPr>
              <a:t>Analysis of DTI Data</a:t>
            </a:r>
          </a:p>
        </p:txBody>
      </p:sp>
      <p:sp>
        <p:nvSpPr>
          <p:cNvPr id="38914" name="Rectangle 3">
            <a:extLst>
              <a:ext uri="{FF2B5EF4-FFF2-40B4-BE49-F238E27FC236}">
                <a16:creationId xmlns:a16="http://schemas.microsoft.com/office/drawing/2014/main" id="{EE13CF5F-2092-5D42-A1AC-0E0464FD8D48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416050" y="5114925"/>
            <a:ext cx="6400800" cy="1093788"/>
          </a:xfrm>
        </p:spPr>
        <p:txBody>
          <a:bodyPr/>
          <a:lstStyle/>
          <a:p>
            <a:pPr eaLnBrk="1" hangingPunct="1"/>
            <a:r>
              <a:rPr lang="en-US" altLang="en-US" sz="2400" dirty="0">
                <a:solidFill>
                  <a:srgbClr val="FFFF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MP/NTP 651</a:t>
            </a:r>
          </a:p>
        </p:txBody>
      </p:sp>
      <p:grpSp>
        <p:nvGrpSpPr>
          <p:cNvPr id="38915" name="Group 1">
            <a:extLst>
              <a:ext uri="{FF2B5EF4-FFF2-40B4-BE49-F238E27FC236}">
                <a16:creationId xmlns:a16="http://schemas.microsoft.com/office/drawing/2014/main" id="{14AA6CB7-7469-6242-8BA9-15DAD8366CC2}"/>
              </a:ext>
            </a:extLst>
          </p:cNvPr>
          <p:cNvGrpSpPr>
            <a:grpSpLocks/>
          </p:cNvGrpSpPr>
          <p:nvPr/>
        </p:nvGrpSpPr>
        <p:grpSpPr bwMode="auto">
          <a:xfrm>
            <a:off x="2120900" y="420688"/>
            <a:ext cx="2573338" cy="3405187"/>
            <a:chOff x="740473" y="923084"/>
            <a:chExt cx="3787352" cy="5008398"/>
          </a:xfrm>
        </p:grpSpPr>
        <p:pic>
          <p:nvPicPr>
            <p:cNvPr id="38920" name="Picture 10" descr="T2w">
              <a:extLst>
                <a:ext uri="{FF2B5EF4-FFF2-40B4-BE49-F238E27FC236}">
                  <a16:creationId xmlns:a16="http://schemas.microsoft.com/office/drawing/2014/main" id="{F7A6F77A-BAC1-7F40-A155-0903224C88D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lum bright="18000" contrast="3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0473" y="923084"/>
              <a:ext cx="1867590" cy="24971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8921" name="Picture 11" descr="ADC">
              <a:extLst>
                <a:ext uri="{FF2B5EF4-FFF2-40B4-BE49-F238E27FC236}">
                  <a16:creationId xmlns:a16="http://schemas.microsoft.com/office/drawing/2014/main" id="{48E38CDF-552A-5D4E-9F8E-F64189800B5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lum bright="18000" contrast="3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2592" y="3429660"/>
              <a:ext cx="1865249" cy="24760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8922" name="Picture 12" descr="FA">
              <a:extLst>
                <a:ext uri="{FF2B5EF4-FFF2-40B4-BE49-F238E27FC236}">
                  <a16:creationId xmlns:a16="http://schemas.microsoft.com/office/drawing/2014/main" id="{BA7D9ED0-654D-5B48-A343-48C4326AB56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lum bright="24000" contrast="42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63150" y="944279"/>
              <a:ext cx="1862909" cy="24737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8923" name="Picture 13" descr="color">
              <a:extLst>
                <a:ext uri="{FF2B5EF4-FFF2-40B4-BE49-F238E27FC236}">
                  <a16:creationId xmlns:a16="http://schemas.microsoft.com/office/drawing/2014/main" id="{8E20E2BF-9D3F-3541-96B8-174FECD2B42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lum bright="36000" contrast="54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46194" y="3429660"/>
              <a:ext cx="1881631" cy="25018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8916" name="Group 2">
            <a:extLst>
              <a:ext uri="{FF2B5EF4-FFF2-40B4-BE49-F238E27FC236}">
                <a16:creationId xmlns:a16="http://schemas.microsoft.com/office/drawing/2014/main" id="{5047594C-BA05-3646-BCBB-5CED933EFA70}"/>
              </a:ext>
            </a:extLst>
          </p:cNvPr>
          <p:cNvGrpSpPr>
            <a:grpSpLocks/>
          </p:cNvGrpSpPr>
          <p:nvPr/>
        </p:nvGrpSpPr>
        <p:grpSpPr bwMode="auto">
          <a:xfrm>
            <a:off x="5032375" y="333375"/>
            <a:ext cx="2806700" cy="3238500"/>
            <a:chOff x="0" y="803275"/>
            <a:chExt cx="1708866" cy="1972069"/>
          </a:xfrm>
        </p:grpSpPr>
        <p:pic>
          <p:nvPicPr>
            <p:cNvPr id="38917" name="Picture 4" descr="s1">
              <a:extLst>
                <a:ext uri="{FF2B5EF4-FFF2-40B4-BE49-F238E27FC236}">
                  <a16:creationId xmlns:a16="http://schemas.microsoft.com/office/drawing/2014/main" id="{E5484809-4DD9-324F-8193-7F908E6397F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803275"/>
              <a:ext cx="1708866" cy="19720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8918" name="Oval 3">
              <a:extLst>
                <a:ext uri="{FF2B5EF4-FFF2-40B4-BE49-F238E27FC236}">
                  <a16:creationId xmlns:a16="http://schemas.microsoft.com/office/drawing/2014/main" id="{8F3C1011-4448-CB40-8D9F-36DB4FCA27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4825" y="2035175"/>
              <a:ext cx="331788" cy="287338"/>
            </a:xfrm>
            <a:prstGeom prst="ellipse">
              <a:avLst/>
            </a:prstGeom>
            <a:noFill/>
            <a:ln w="25400">
              <a:solidFill>
                <a:srgbClr val="CCFFCC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800"/>
            </a:p>
          </p:txBody>
        </p:sp>
        <p:sp>
          <p:nvSpPr>
            <p:cNvPr id="38919" name="Oval 5">
              <a:extLst>
                <a:ext uri="{FF2B5EF4-FFF2-40B4-BE49-F238E27FC236}">
                  <a16:creationId xmlns:a16="http://schemas.microsoft.com/office/drawing/2014/main" id="{57841A1B-0AD3-754D-A93C-27AF63BEEB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7763" y="2000250"/>
              <a:ext cx="331787" cy="287338"/>
            </a:xfrm>
            <a:prstGeom prst="ellipse">
              <a:avLst/>
            </a:prstGeom>
            <a:noFill/>
            <a:ln w="25400">
              <a:solidFill>
                <a:srgbClr val="CCFFCC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800"/>
            </a:p>
          </p:txBody>
        </p:sp>
      </p:grp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3" descr="Large confetti">
            <a:extLst>
              <a:ext uri="{FF2B5EF4-FFF2-40B4-BE49-F238E27FC236}">
                <a16:creationId xmlns:a16="http://schemas.microsoft.com/office/drawing/2014/main" id="{FF3B8181-F418-6C4A-AB4C-26C9E7D047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68388" y="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 sz="3600">
                <a:solidFill>
                  <a:srgbClr val="361B00"/>
                </a:solidFill>
                <a:latin typeface="Optima" panose="02000503060000020004" pitchFamily="2" charset="0"/>
                <a:ea typeface="ＭＳ Ｐゴシック" panose="020B0600070205080204" pitchFamily="34" charset="-128"/>
              </a:rPr>
              <a:t>Diffusion Tensor Imaging</a:t>
            </a:r>
          </a:p>
        </p:txBody>
      </p:sp>
      <p:sp>
        <p:nvSpPr>
          <p:cNvPr id="40962" name="Rectangle 4">
            <a:extLst>
              <a:ext uri="{FF2B5EF4-FFF2-40B4-BE49-F238E27FC236}">
                <a16:creationId xmlns:a16="http://schemas.microsoft.com/office/drawing/2014/main" id="{1BC0AE17-7D00-F446-9359-7E28B28A5B7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685800" y="1257300"/>
            <a:ext cx="7391400" cy="4191000"/>
          </a:xfrm>
        </p:spPr>
        <p:txBody>
          <a:bodyPr/>
          <a:lstStyle/>
          <a:p>
            <a:pPr eaLnBrk="1" hangingPunct="1">
              <a:buClr>
                <a:srgbClr val="361B00"/>
              </a:buClr>
              <a:buFont typeface="Wingdings" pitchFamily="2" charset="2"/>
              <a:buChar char="Ø"/>
            </a:pPr>
            <a:r>
              <a:rPr lang="en-US" altLang="en-US" sz="1600">
                <a:solidFill>
                  <a:srgbClr val="402000"/>
                </a:solidFill>
                <a:latin typeface="Optima" panose="02000503060000020004" pitchFamily="2" charset="0"/>
                <a:ea typeface="ＭＳ Ｐゴシック" panose="020B0600070205080204" pitchFamily="34" charset="-128"/>
              </a:rPr>
              <a:t>Basser et al. (1994)</a:t>
            </a:r>
          </a:p>
          <a:p>
            <a:pPr eaLnBrk="1" hangingPunct="1">
              <a:buClr>
                <a:srgbClr val="361B00"/>
              </a:buClr>
              <a:buFont typeface="Wingdings" pitchFamily="2" charset="2"/>
              <a:buChar char="Ø"/>
            </a:pPr>
            <a:r>
              <a:rPr lang="en-US" altLang="en-US" sz="1600">
                <a:solidFill>
                  <a:srgbClr val="402000"/>
                </a:solidFill>
                <a:latin typeface="Optima" panose="02000503060000020004" pitchFamily="2" charset="0"/>
                <a:ea typeface="ＭＳ Ｐゴシック" panose="020B0600070205080204" pitchFamily="34" charset="-128"/>
              </a:rPr>
              <a:t>Non-invasive imaging technique for estimating the diffusion properties of water in biological tissues</a:t>
            </a:r>
          </a:p>
          <a:p>
            <a:pPr eaLnBrk="1" hangingPunct="1">
              <a:buClr>
                <a:srgbClr val="361B00"/>
              </a:buClr>
              <a:buFont typeface="Wingdings" pitchFamily="2" charset="2"/>
              <a:buChar char="Ø"/>
            </a:pPr>
            <a:r>
              <a:rPr lang="en-US" altLang="en-US" sz="1600">
                <a:solidFill>
                  <a:srgbClr val="402000"/>
                </a:solidFill>
                <a:latin typeface="Optima" panose="02000503060000020004" pitchFamily="2" charset="0"/>
                <a:ea typeface="ＭＳ Ｐゴシック" panose="020B0600070205080204" pitchFamily="34" charset="-128"/>
              </a:rPr>
              <a:t>Highly sensitive to differences in </a:t>
            </a:r>
            <a:r>
              <a:rPr lang="en-US" altLang="en-US" sz="1600" b="1">
                <a:solidFill>
                  <a:srgbClr val="402000"/>
                </a:solidFill>
                <a:latin typeface="Optima" panose="02000503060000020004" pitchFamily="2" charset="0"/>
                <a:ea typeface="ＭＳ Ｐゴシック" panose="020B0600070205080204" pitchFamily="34" charset="-128"/>
              </a:rPr>
              <a:t>tissue microstructure</a:t>
            </a:r>
          </a:p>
          <a:p>
            <a:pPr eaLnBrk="1" hangingPunct="1">
              <a:buClr>
                <a:srgbClr val="361B00"/>
              </a:buClr>
              <a:buFont typeface="Wingdings" pitchFamily="2" charset="2"/>
              <a:buChar char="Ø"/>
            </a:pPr>
            <a:r>
              <a:rPr lang="en-US" altLang="en-US" sz="1600">
                <a:solidFill>
                  <a:srgbClr val="402000"/>
                </a:solidFill>
                <a:latin typeface="Optima" panose="02000503060000020004" pitchFamily="2" charset="0"/>
                <a:ea typeface="ＭＳ Ｐゴシック" panose="020B0600070205080204" pitchFamily="34" charset="-128"/>
              </a:rPr>
              <a:t>Diffusion in white matter is anisotropic (varies with direction)</a:t>
            </a:r>
          </a:p>
        </p:txBody>
      </p:sp>
      <p:sp>
        <p:nvSpPr>
          <p:cNvPr id="40963" name="Rectangle 7">
            <a:extLst>
              <a:ext uri="{FF2B5EF4-FFF2-40B4-BE49-F238E27FC236}">
                <a16:creationId xmlns:a16="http://schemas.microsoft.com/office/drawing/2014/main" id="{05923693-C79D-504C-98F9-B694C05F93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113" y="1112838"/>
            <a:ext cx="5470525" cy="88900"/>
          </a:xfrm>
          <a:prstGeom prst="rect">
            <a:avLst/>
          </a:prstGeom>
          <a:gradFill rotWithShape="0">
            <a:gsLst>
              <a:gs pos="0">
                <a:srgbClr val="DDEBCF"/>
              </a:gs>
              <a:gs pos="50000">
                <a:srgbClr val="9CB86E"/>
              </a:gs>
              <a:gs pos="100000">
                <a:srgbClr val="156B13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85000"/>
              <a:buBlip>
                <a:blip r:embed="rId3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en-US" altLang="en-US" sz="2400" b="0">
              <a:solidFill>
                <a:srgbClr val="20374E"/>
              </a:solidFill>
            </a:endParaRPr>
          </a:p>
        </p:txBody>
      </p:sp>
      <p:sp>
        <p:nvSpPr>
          <p:cNvPr id="40964" name="Text Box 16">
            <a:extLst>
              <a:ext uri="{FF2B5EF4-FFF2-40B4-BE49-F238E27FC236}">
                <a16:creationId xmlns:a16="http://schemas.microsoft.com/office/drawing/2014/main" id="{98BB98EA-DABE-4742-8ADE-46B6386D6B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65588" y="5038725"/>
            <a:ext cx="1103312" cy="738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3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en-US" sz="1400">
                <a:solidFill>
                  <a:srgbClr val="1A2D41"/>
                </a:solidFill>
                <a:latin typeface="Optima" panose="02000503060000020004" pitchFamily="2" charset="0"/>
              </a:rPr>
              <a:t>Orientation</a:t>
            </a:r>
          </a:p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en-US" sz="1400">
                <a:solidFill>
                  <a:srgbClr val="1A2D41"/>
                </a:solidFill>
                <a:latin typeface="Optima" panose="02000503060000020004" pitchFamily="2" charset="0"/>
              </a:rPr>
              <a:t>of White</a:t>
            </a:r>
            <a:br>
              <a:rPr lang="en-US" altLang="en-US" sz="1400">
                <a:solidFill>
                  <a:srgbClr val="1A2D41"/>
                </a:solidFill>
                <a:latin typeface="Optima" panose="02000503060000020004" pitchFamily="2" charset="0"/>
              </a:rPr>
            </a:br>
            <a:r>
              <a:rPr lang="en-US" altLang="en-US" sz="1400">
                <a:solidFill>
                  <a:srgbClr val="1A2D41"/>
                </a:solidFill>
                <a:latin typeface="Optima" panose="02000503060000020004" pitchFamily="2" charset="0"/>
              </a:rPr>
              <a:t>Matter</a:t>
            </a:r>
          </a:p>
        </p:txBody>
      </p:sp>
      <p:pic>
        <p:nvPicPr>
          <p:cNvPr id="40965" name="Picture 10" descr="T2w">
            <a:extLst>
              <a:ext uri="{FF2B5EF4-FFF2-40B4-BE49-F238E27FC236}">
                <a16:creationId xmlns:a16="http://schemas.microsoft.com/office/drawing/2014/main" id="{14875384-F80C-3E44-BE31-7DF8CEB508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lum bright="18000" contrast="3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406525" y="2871788"/>
            <a:ext cx="1266825" cy="1693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66" name="Picture 11" descr="ADC">
            <a:extLst>
              <a:ext uri="{FF2B5EF4-FFF2-40B4-BE49-F238E27FC236}">
                <a16:creationId xmlns:a16="http://schemas.microsoft.com/office/drawing/2014/main" id="{16053E8B-43D2-0449-8E09-638DC5B51D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lum bright="18000" contrast="3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412875" y="4664075"/>
            <a:ext cx="1265238" cy="167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67" name="Picture 12" descr="FA">
            <a:extLst>
              <a:ext uri="{FF2B5EF4-FFF2-40B4-BE49-F238E27FC236}">
                <a16:creationId xmlns:a16="http://schemas.microsoft.com/office/drawing/2014/main" id="{17608329-58B2-3243-91C4-9285120F64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lum bright="24000" contrast="42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832100" y="2874963"/>
            <a:ext cx="1263650" cy="1677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68" name="Picture 13" descr="color">
            <a:extLst>
              <a:ext uri="{FF2B5EF4-FFF2-40B4-BE49-F238E27FC236}">
                <a16:creationId xmlns:a16="http://schemas.microsoft.com/office/drawing/2014/main" id="{EE03258A-3748-6C40-9FC2-B28AC925BE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lum bright="36000" contrast="54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833688" y="4657725"/>
            <a:ext cx="1276350" cy="169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69" name="Text Box 14">
            <a:extLst>
              <a:ext uri="{FF2B5EF4-FFF2-40B4-BE49-F238E27FC236}">
                <a16:creationId xmlns:a16="http://schemas.microsoft.com/office/drawing/2014/main" id="{EA376A06-7705-F54D-A7B5-40DEFD504A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9913" y="3487738"/>
            <a:ext cx="915987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3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en-US" sz="1400">
                <a:solidFill>
                  <a:srgbClr val="1A2D41"/>
                </a:solidFill>
                <a:latin typeface="Optima" panose="02000503060000020004" pitchFamily="2" charset="0"/>
              </a:rPr>
              <a:t>T2W</a:t>
            </a:r>
          </a:p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en-US" sz="1400">
                <a:solidFill>
                  <a:srgbClr val="1A2D41"/>
                </a:solidFill>
                <a:latin typeface="Optima" panose="02000503060000020004" pitchFamily="2" charset="0"/>
              </a:rPr>
              <a:t>Structure</a:t>
            </a:r>
          </a:p>
        </p:txBody>
      </p:sp>
      <p:sp>
        <p:nvSpPr>
          <p:cNvPr id="40970" name="Text Box 15">
            <a:extLst>
              <a:ext uri="{FF2B5EF4-FFF2-40B4-BE49-F238E27FC236}">
                <a16:creationId xmlns:a16="http://schemas.microsoft.com/office/drawing/2014/main" id="{5B50C19E-0DF7-334C-8FD0-034D88F257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875" y="5110163"/>
            <a:ext cx="1073150" cy="738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3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en-US" sz="1400">
                <a:solidFill>
                  <a:srgbClr val="1A2D41"/>
                </a:solidFill>
                <a:latin typeface="Optima" panose="02000503060000020004" pitchFamily="2" charset="0"/>
              </a:rPr>
              <a:t>Mean </a:t>
            </a:r>
          </a:p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en-US" sz="1400">
                <a:solidFill>
                  <a:srgbClr val="1A2D41"/>
                </a:solidFill>
                <a:latin typeface="Optima" panose="02000503060000020004" pitchFamily="2" charset="0"/>
              </a:rPr>
              <a:t>Diffusion</a:t>
            </a:r>
          </a:p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en-US" sz="1400">
                <a:solidFill>
                  <a:srgbClr val="1A2D41"/>
                </a:solidFill>
                <a:latin typeface="Optima" panose="02000503060000020004" pitchFamily="2" charset="0"/>
              </a:rPr>
              <a:t>(1/Density)</a:t>
            </a:r>
          </a:p>
        </p:txBody>
      </p:sp>
      <p:sp>
        <p:nvSpPr>
          <p:cNvPr id="40971" name="Text Box 17">
            <a:extLst>
              <a:ext uri="{FF2B5EF4-FFF2-40B4-BE49-F238E27FC236}">
                <a16:creationId xmlns:a16="http://schemas.microsoft.com/office/drawing/2014/main" id="{49195F78-477F-6744-A9A0-8B776436EE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46525" y="3370263"/>
            <a:ext cx="1585913" cy="738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3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en-US" sz="1400">
                <a:solidFill>
                  <a:srgbClr val="1A2D41"/>
                </a:solidFill>
                <a:latin typeface="Optima" panose="02000503060000020004" pitchFamily="2" charset="0"/>
              </a:rPr>
              <a:t>Fractional</a:t>
            </a:r>
          </a:p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en-US" sz="1400">
                <a:solidFill>
                  <a:srgbClr val="1A2D41"/>
                </a:solidFill>
                <a:latin typeface="Optima" panose="02000503060000020004" pitchFamily="2" charset="0"/>
              </a:rPr>
              <a:t>Anisotropy</a:t>
            </a:r>
          </a:p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en-US" sz="1400">
                <a:solidFill>
                  <a:srgbClr val="1A2D41"/>
                </a:solidFill>
                <a:latin typeface="Optima" panose="02000503060000020004" pitchFamily="2" charset="0"/>
              </a:rPr>
              <a:t>(</a:t>
            </a:r>
            <a:r>
              <a:rPr lang="ja-JP" altLang="en-US" sz="1400">
                <a:solidFill>
                  <a:srgbClr val="1A2D41"/>
                </a:solidFill>
                <a:latin typeface="Optima" panose="02000503060000020004" pitchFamily="2" charset="0"/>
              </a:rPr>
              <a:t>‘</a:t>
            </a:r>
            <a:r>
              <a:rPr lang="en-US" altLang="ja-JP" sz="1400">
                <a:solidFill>
                  <a:srgbClr val="1A2D41"/>
                </a:solidFill>
                <a:latin typeface="Optima" panose="02000503060000020004" pitchFamily="2" charset="0"/>
              </a:rPr>
              <a:t>White Matter</a:t>
            </a:r>
            <a:r>
              <a:rPr lang="ja-JP" altLang="en-US" sz="1400">
                <a:solidFill>
                  <a:srgbClr val="1A2D41"/>
                </a:solidFill>
                <a:latin typeface="Optima" panose="02000503060000020004" pitchFamily="2" charset="0"/>
              </a:rPr>
              <a:t>’</a:t>
            </a:r>
            <a:r>
              <a:rPr lang="en-US" altLang="ja-JP" sz="1400">
                <a:solidFill>
                  <a:srgbClr val="1A2D41"/>
                </a:solidFill>
                <a:latin typeface="Optima" panose="02000503060000020004" pitchFamily="2" charset="0"/>
              </a:rPr>
              <a:t>)</a:t>
            </a:r>
            <a:endParaRPr lang="en-US" altLang="en-US" sz="1400">
              <a:solidFill>
                <a:srgbClr val="1A2D41"/>
              </a:solidFill>
              <a:latin typeface="Optima" panose="02000503060000020004" pitchFamily="2" charset="0"/>
            </a:endParaRPr>
          </a:p>
        </p:txBody>
      </p:sp>
      <p:pic>
        <p:nvPicPr>
          <p:cNvPr id="40972" name="Picture 22" descr="evalues">
            <a:extLst>
              <a:ext uri="{FF2B5EF4-FFF2-40B4-BE49-F238E27FC236}">
                <a16:creationId xmlns:a16="http://schemas.microsoft.com/office/drawing/2014/main" id="{22D4786D-517D-A543-A4DA-1E5B85CBAF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lum bright="30000" contrast="42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546725" y="3567113"/>
            <a:ext cx="1225550" cy="1665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73" name="Picture 29" descr="evalues">
            <a:extLst>
              <a:ext uri="{FF2B5EF4-FFF2-40B4-BE49-F238E27FC236}">
                <a16:creationId xmlns:a16="http://schemas.microsoft.com/office/drawing/2014/main" id="{5F7793E5-ED62-BD40-A36A-1091708D084B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9">
            <a:lum bright="30000" contrast="42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226300" y="3597275"/>
            <a:ext cx="1282700" cy="1644650"/>
          </a:xfrm>
          <a:noFill/>
        </p:spPr>
      </p:pic>
      <p:sp>
        <p:nvSpPr>
          <p:cNvPr id="40974" name="Text Box 31">
            <a:extLst>
              <a:ext uri="{FF2B5EF4-FFF2-40B4-BE49-F238E27FC236}">
                <a16:creationId xmlns:a16="http://schemas.microsoft.com/office/drawing/2014/main" id="{D34FB1AE-201F-D144-AB19-718F9B8580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2738" y="5187950"/>
            <a:ext cx="16129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3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en-US" sz="1400">
                <a:solidFill>
                  <a:srgbClr val="1A2D41"/>
                </a:solidFill>
                <a:latin typeface="Optima" panose="02000503060000020004" pitchFamily="2" charset="0"/>
              </a:rPr>
              <a:t>Parallel Diffusivity</a:t>
            </a:r>
          </a:p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en-US" sz="1400">
                <a:solidFill>
                  <a:srgbClr val="1A2D41"/>
                </a:solidFill>
                <a:latin typeface="Optima" panose="02000503060000020004" pitchFamily="2" charset="0"/>
              </a:rPr>
              <a:t>(</a:t>
            </a:r>
            <a:r>
              <a:rPr lang="ja-JP" altLang="en-US" sz="1400">
                <a:solidFill>
                  <a:srgbClr val="1A2D41"/>
                </a:solidFill>
                <a:latin typeface="Optima" panose="02000503060000020004" pitchFamily="2" charset="0"/>
              </a:rPr>
              <a:t>‘</a:t>
            </a:r>
            <a:r>
              <a:rPr lang="en-US" altLang="ja-JP" sz="1400">
                <a:solidFill>
                  <a:srgbClr val="1A2D41"/>
                </a:solidFill>
                <a:latin typeface="Optima" panose="02000503060000020004" pitchFamily="2" charset="0"/>
              </a:rPr>
              <a:t>Axons</a:t>
            </a:r>
            <a:r>
              <a:rPr lang="ja-JP" altLang="en-US" sz="1400">
                <a:solidFill>
                  <a:srgbClr val="1A2D41"/>
                </a:solidFill>
                <a:latin typeface="Optima" panose="02000503060000020004" pitchFamily="2" charset="0"/>
              </a:rPr>
              <a:t>’</a:t>
            </a:r>
            <a:r>
              <a:rPr lang="en-US" altLang="ja-JP" sz="1400">
                <a:solidFill>
                  <a:srgbClr val="1A2D41"/>
                </a:solidFill>
                <a:latin typeface="Optima" panose="02000503060000020004" pitchFamily="2" charset="0"/>
              </a:rPr>
              <a:t>)</a:t>
            </a:r>
            <a:endParaRPr lang="en-US" altLang="en-US" sz="1400">
              <a:solidFill>
                <a:srgbClr val="1A2D41"/>
              </a:solidFill>
              <a:latin typeface="Optima" panose="02000503060000020004" pitchFamily="2" charset="0"/>
            </a:endParaRPr>
          </a:p>
        </p:txBody>
      </p:sp>
      <p:sp>
        <p:nvSpPr>
          <p:cNvPr id="40975" name="Text Box 32">
            <a:extLst>
              <a:ext uri="{FF2B5EF4-FFF2-40B4-BE49-F238E27FC236}">
                <a16:creationId xmlns:a16="http://schemas.microsoft.com/office/drawing/2014/main" id="{49E88D02-2D89-A84E-A263-5E72992795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10388" y="5175250"/>
            <a:ext cx="21336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3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en-US" sz="1400">
                <a:solidFill>
                  <a:srgbClr val="1A2D41"/>
                </a:solidFill>
                <a:latin typeface="Optima" panose="02000503060000020004" pitchFamily="2" charset="0"/>
              </a:rPr>
              <a:t>Perpendicular Diffusivity</a:t>
            </a:r>
          </a:p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en-US" sz="1400">
                <a:solidFill>
                  <a:srgbClr val="1A2D41"/>
                </a:solidFill>
                <a:latin typeface="Optima" panose="02000503060000020004" pitchFamily="2" charset="0"/>
              </a:rPr>
              <a:t>(</a:t>
            </a:r>
            <a:r>
              <a:rPr lang="ja-JP" altLang="en-US" sz="1400">
                <a:solidFill>
                  <a:srgbClr val="1A2D41"/>
                </a:solidFill>
                <a:latin typeface="Optima" panose="02000503060000020004" pitchFamily="2" charset="0"/>
              </a:rPr>
              <a:t>‘</a:t>
            </a:r>
            <a:r>
              <a:rPr lang="en-US" altLang="ja-JP" sz="1400">
                <a:solidFill>
                  <a:srgbClr val="1A2D41"/>
                </a:solidFill>
                <a:latin typeface="Optima" panose="02000503060000020004" pitchFamily="2" charset="0"/>
              </a:rPr>
              <a:t>Myelin</a:t>
            </a:r>
            <a:r>
              <a:rPr lang="ja-JP" altLang="en-US" sz="1400">
                <a:solidFill>
                  <a:srgbClr val="1A2D41"/>
                </a:solidFill>
                <a:latin typeface="Optima" panose="02000503060000020004" pitchFamily="2" charset="0"/>
              </a:rPr>
              <a:t>’</a:t>
            </a:r>
            <a:r>
              <a:rPr lang="en-US" altLang="ja-JP" sz="1400">
                <a:solidFill>
                  <a:srgbClr val="1A2D41"/>
                </a:solidFill>
                <a:latin typeface="Optima" panose="02000503060000020004" pitchFamily="2" charset="0"/>
              </a:rPr>
              <a:t>)</a:t>
            </a:r>
            <a:endParaRPr lang="en-US" altLang="en-US" sz="1400">
              <a:solidFill>
                <a:srgbClr val="1A2D41"/>
              </a:solidFill>
              <a:latin typeface="Optima" panose="02000503060000020004" pitchFamily="2" charset="0"/>
            </a:endParaRP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76596DB-D80D-694B-A513-59FE672D469F}"/>
              </a:ext>
            </a:extLst>
          </p:cNvPr>
          <p:cNvSpPr txBox="1"/>
          <p:nvPr/>
        </p:nvSpPr>
        <p:spPr>
          <a:xfrm>
            <a:off x="1478297" y="46029"/>
            <a:ext cx="321562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rgbClr val="FFFF00"/>
                </a:solidFill>
              </a:rPr>
              <a:t>DTI Processing</a:t>
            </a:r>
          </a:p>
        </p:txBody>
      </p:sp>
      <p:pic>
        <p:nvPicPr>
          <p:cNvPr id="7" name="Picture 4" descr="rawdwi">
            <a:extLst>
              <a:ext uri="{FF2B5EF4-FFF2-40B4-BE49-F238E27FC236}">
                <a16:creationId xmlns:a16="http://schemas.microsoft.com/office/drawing/2014/main" id="{1A50F974-FDAE-2243-B7AD-3A71C88FD4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521832" y="707623"/>
            <a:ext cx="2756204" cy="29685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FD77F84-29C8-7B42-A8B1-FDE2DE5454F9}"/>
              </a:ext>
            </a:extLst>
          </p:cNvPr>
          <p:cNvSpPr txBox="1"/>
          <p:nvPr/>
        </p:nvSpPr>
        <p:spPr>
          <a:xfrm>
            <a:off x="2114561" y="3582149"/>
            <a:ext cx="19430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DW images</a:t>
            </a:r>
          </a:p>
        </p:txBody>
      </p:sp>
      <p:pic>
        <p:nvPicPr>
          <p:cNvPr id="9" name="Picture 3" descr="tensor">
            <a:extLst>
              <a:ext uri="{FF2B5EF4-FFF2-40B4-BE49-F238E27FC236}">
                <a16:creationId xmlns:a16="http://schemas.microsoft.com/office/drawing/2014/main" id="{9A9454F4-6C40-E046-9716-45777208CF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362022" y="607864"/>
            <a:ext cx="1943096" cy="27804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AB1F590-50FA-DD4A-A73A-25A59C5BDFB6}"/>
              </a:ext>
            </a:extLst>
          </p:cNvPr>
          <p:cNvSpPr txBox="1"/>
          <p:nvPr/>
        </p:nvSpPr>
        <p:spPr>
          <a:xfrm>
            <a:off x="4968933" y="3433017"/>
            <a:ext cx="272927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Diffusion Tensor</a:t>
            </a:r>
          </a:p>
        </p:txBody>
      </p:sp>
      <p:pic>
        <p:nvPicPr>
          <p:cNvPr id="11" name="Picture 4" descr="evalues">
            <a:extLst>
              <a:ext uri="{FF2B5EF4-FFF2-40B4-BE49-F238E27FC236}">
                <a16:creationId xmlns:a16="http://schemas.microsoft.com/office/drawing/2014/main" id="{7F6E01B6-80B4-524F-935B-43D18579794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screen">
            <a:lum bright="30000" contrast="42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4818857" y="4570460"/>
            <a:ext cx="3523140" cy="1570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7" descr="FA">
            <a:extLst>
              <a:ext uri="{FF2B5EF4-FFF2-40B4-BE49-F238E27FC236}">
                <a16:creationId xmlns:a16="http://schemas.microsoft.com/office/drawing/2014/main" id="{F48C5063-C91A-DD47-98D1-CF67C02DC1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screen">
            <a:lum bright="24000" contrast="42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533917" y="4452804"/>
            <a:ext cx="1422400" cy="1889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Picture 6" descr="ADC">
            <a:extLst>
              <a:ext uri="{FF2B5EF4-FFF2-40B4-BE49-F238E27FC236}">
                <a16:creationId xmlns:a16="http://schemas.microsoft.com/office/drawing/2014/main" id="{5DC684E4-6EF6-D346-A4F4-2CA05FF336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screen">
            <a:lum bright="18000" contrast="3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109930" y="4452805"/>
            <a:ext cx="1423987" cy="1889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2F2FBBB7-30B5-3949-AEBC-994663E7947C}"/>
              </a:ext>
            </a:extLst>
          </p:cNvPr>
          <p:cNvSpPr/>
          <p:nvPr/>
        </p:nvSpPr>
        <p:spPr bwMode="auto">
          <a:xfrm>
            <a:off x="12922" y="0"/>
            <a:ext cx="1390389" cy="1114816"/>
          </a:xfrm>
          <a:prstGeom prst="rect">
            <a:avLst/>
          </a:prstGeom>
          <a:solidFill>
            <a:schemeClr val="tx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-111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38896E5-0346-5649-9FE2-F34BA4FD2DA0}"/>
              </a:ext>
            </a:extLst>
          </p:cNvPr>
          <p:cNvSpPr/>
          <p:nvPr/>
        </p:nvSpPr>
        <p:spPr bwMode="auto">
          <a:xfrm>
            <a:off x="7665929" y="124020"/>
            <a:ext cx="1390389" cy="1335249"/>
          </a:xfrm>
          <a:prstGeom prst="rect">
            <a:avLst/>
          </a:prstGeom>
          <a:solidFill>
            <a:schemeClr val="tx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-111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12FAF1D-9930-C84D-92FD-2FE0A992BD0D}"/>
              </a:ext>
            </a:extLst>
          </p:cNvPr>
          <p:cNvSpPr txBox="1"/>
          <p:nvPr/>
        </p:nvSpPr>
        <p:spPr>
          <a:xfrm>
            <a:off x="5710354" y="6042757"/>
            <a:ext cx="20185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Eigenvalues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3317388-E15A-644F-A255-E82B11487B9B}"/>
              </a:ext>
            </a:extLst>
          </p:cNvPr>
          <p:cNvSpPr txBox="1"/>
          <p:nvPr/>
        </p:nvSpPr>
        <p:spPr>
          <a:xfrm>
            <a:off x="1415145" y="6289096"/>
            <a:ext cx="7825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MD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035427D-0544-1F4C-B0D3-9E03756EB490}"/>
              </a:ext>
            </a:extLst>
          </p:cNvPr>
          <p:cNvSpPr txBox="1"/>
          <p:nvPr/>
        </p:nvSpPr>
        <p:spPr>
          <a:xfrm>
            <a:off x="2884848" y="6289096"/>
            <a:ext cx="6372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FA</a:t>
            </a:r>
          </a:p>
        </p:txBody>
      </p:sp>
      <p:sp>
        <p:nvSpPr>
          <p:cNvPr id="20" name="Right Arrow 19">
            <a:extLst>
              <a:ext uri="{FF2B5EF4-FFF2-40B4-BE49-F238E27FC236}">
                <a16:creationId xmlns:a16="http://schemas.microsoft.com/office/drawing/2014/main" id="{258A25D5-B02E-124B-A1E2-C569E8B652C4}"/>
              </a:ext>
            </a:extLst>
          </p:cNvPr>
          <p:cNvSpPr/>
          <p:nvPr/>
        </p:nvSpPr>
        <p:spPr bwMode="auto">
          <a:xfrm>
            <a:off x="4367841" y="1998112"/>
            <a:ext cx="844601" cy="526248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-111" charset="0"/>
            </a:endParaRPr>
          </a:p>
        </p:txBody>
      </p:sp>
      <p:sp>
        <p:nvSpPr>
          <p:cNvPr id="21" name="Right Arrow 20">
            <a:extLst>
              <a:ext uri="{FF2B5EF4-FFF2-40B4-BE49-F238E27FC236}">
                <a16:creationId xmlns:a16="http://schemas.microsoft.com/office/drawing/2014/main" id="{47EFB014-EDEC-404A-AFB9-B44D2208DE94}"/>
              </a:ext>
            </a:extLst>
          </p:cNvPr>
          <p:cNvSpPr/>
          <p:nvPr/>
        </p:nvSpPr>
        <p:spPr bwMode="auto">
          <a:xfrm flipH="1">
            <a:off x="4049169" y="5176689"/>
            <a:ext cx="637290" cy="523220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-111" charset="0"/>
            </a:endParaRPr>
          </a:p>
        </p:txBody>
      </p:sp>
      <p:sp>
        <p:nvSpPr>
          <p:cNvPr id="22" name="Right Arrow 21">
            <a:extLst>
              <a:ext uri="{FF2B5EF4-FFF2-40B4-BE49-F238E27FC236}">
                <a16:creationId xmlns:a16="http://schemas.microsoft.com/office/drawing/2014/main" id="{2794A4BA-BAD7-8349-BE37-70A102281DC8}"/>
              </a:ext>
            </a:extLst>
          </p:cNvPr>
          <p:cNvSpPr/>
          <p:nvPr/>
        </p:nvSpPr>
        <p:spPr bwMode="auto">
          <a:xfrm rot="5400000">
            <a:off x="5993136" y="3942632"/>
            <a:ext cx="729413" cy="526248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-11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0250927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Rectangle 2">
            <a:extLst>
              <a:ext uri="{FF2B5EF4-FFF2-40B4-BE49-F238E27FC236}">
                <a16:creationId xmlns:a16="http://schemas.microsoft.com/office/drawing/2014/main" id="{F2DE1B94-EBBB-DA45-92E7-39C5E8786C0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173038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>
                <a:solidFill>
                  <a:srgbClr val="FFFF00"/>
                </a:solidFill>
                <a:latin typeface="Tahoma" panose="020B0604030504040204" pitchFamily="34" charset="0"/>
                <a:ea typeface="ＭＳ Ｐゴシック" panose="020B0600070205080204" pitchFamily="34" charset="-128"/>
              </a:rPr>
              <a:t>Diffusion Eigenvalues</a:t>
            </a:r>
          </a:p>
        </p:txBody>
      </p:sp>
      <p:sp>
        <p:nvSpPr>
          <p:cNvPr id="44034" name="Rectangle 3">
            <a:extLst>
              <a:ext uri="{FF2B5EF4-FFF2-40B4-BE49-F238E27FC236}">
                <a16:creationId xmlns:a16="http://schemas.microsoft.com/office/drawing/2014/main" id="{B2B2BFCB-1C4C-E645-907C-2B24BE09EA0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266825"/>
            <a:ext cx="8170863" cy="3459163"/>
          </a:xfrm>
        </p:spPr>
        <p:txBody>
          <a:bodyPr/>
          <a:lstStyle/>
          <a:p>
            <a:pPr eaLnBrk="1" hangingPunct="1"/>
            <a:r>
              <a:rPr lang="en-US" altLang="en-US" sz="2400" dirty="0">
                <a:solidFill>
                  <a:srgbClr val="FFFF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Three Eigenvalues of Diffusion Tensor</a:t>
            </a:r>
          </a:p>
          <a:p>
            <a:pPr lvl="1" eaLnBrk="1" hangingPunct="1"/>
            <a:r>
              <a:rPr lang="en-US" altLang="en-US" sz="2400" dirty="0">
                <a:solidFill>
                  <a:srgbClr val="FFFF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Major, Medium, Minor – </a:t>
            </a:r>
            <a:r>
              <a:rPr lang="en-US" altLang="en-US" sz="2400" dirty="0">
                <a:solidFill>
                  <a:srgbClr val="FFFF00"/>
                </a:solidFill>
                <a:latin typeface="Symbol" pitchFamily="2" charset="2"/>
                <a:ea typeface="ＭＳ Ｐゴシック" panose="020B0600070205080204" pitchFamily="34" charset="-128"/>
              </a:rPr>
              <a:t>l</a:t>
            </a:r>
            <a:r>
              <a:rPr lang="en-US" altLang="en-US" sz="2400" dirty="0">
                <a:solidFill>
                  <a:srgbClr val="FFFF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1, </a:t>
            </a:r>
            <a:r>
              <a:rPr lang="en-US" altLang="en-US" sz="2400" dirty="0">
                <a:solidFill>
                  <a:srgbClr val="FFFF00"/>
                </a:solidFill>
                <a:latin typeface="Symbol" pitchFamily="2" charset="2"/>
                <a:ea typeface="ＭＳ Ｐゴシック" panose="020B0600070205080204" pitchFamily="34" charset="-128"/>
              </a:rPr>
              <a:t>l</a:t>
            </a:r>
            <a:r>
              <a:rPr lang="en-US" altLang="en-US" sz="2400" dirty="0">
                <a:solidFill>
                  <a:srgbClr val="FFFF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2, </a:t>
            </a:r>
            <a:r>
              <a:rPr lang="en-US" altLang="en-US" sz="2400" dirty="0">
                <a:solidFill>
                  <a:srgbClr val="FFFF00"/>
                </a:solidFill>
                <a:latin typeface="Symbol" pitchFamily="2" charset="2"/>
                <a:ea typeface="ＭＳ Ｐゴシック" panose="020B0600070205080204" pitchFamily="34" charset="-128"/>
              </a:rPr>
              <a:t>l</a:t>
            </a:r>
            <a:r>
              <a:rPr lang="en-US" altLang="en-US" sz="2400" dirty="0">
                <a:solidFill>
                  <a:srgbClr val="FFFF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3  </a:t>
            </a:r>
            <a:r>
              <a:rPr lang="en-US" altLang="en-US" sz="2400" dirty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(L1,L2,L3 in FSL)</a:t>
            </a:r>
          </a:p>
          <a:p>
            <a:pPr lvl="1" eaLnBrk="1" hangingPunct="1"/>
            <a:r>
              <a:rPr lang="en-US" altLang="en-US" sz="2400" dirty="0">
                <a:solidFill>
                  <a:srgbClr val="FFFF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Da = Axial Diffusivity = </a:t>
            </a:r>
            <a:r>
              <a:rPr lang="en-US" altLang="en-US" sz="2400" dirty="0">
                <a:solidFill>
                  <a:srgbClr val="FFFF00"/>
                </a:solidFill>
                <a:latin typeface="Symbol" pitchFamily="2" charset="2"/>
                <a:ea typeface="ＭＳ Ｐゴシック" panose="020B0600070205080204" pitchFamily="34" charset="-128"/>
              </a:rPr>
              <a:t>l</a:t>
            </a:r>
            <a:r>
              <a:rPr lang="en-US" altLang="en-US" sz="2400" dirty="0">
                <a:solidFill>
                  <a:srgbClr val="FFFF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1 ~ axonal degeneration</a:t>
            </a:r>
          </a:p>
          <a:p>
            <a:pPr lvl="1" eaLnBrk="1" hangingPunct="1"/>
            <a:r>
              <a:rPr lang="en-US" altLang="en-US" sz="2400" dirty="0">
                <a:solidFill>
                  <a:srgbClr val="FFFF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Dr = Radial Diffusivity = (</a:t>
            </a:r>
            <a:r>
              <a:rPr lang="en-US" altLang="en-US" sz="2400" dirty="0">
                <a:solidFill>
                  <a:srgbClr val="FFFF00"/>
                </a:solidFill>
                <a:latin typeface="Symbol" pitchFamily="2" charset="2"/>
                <a:ea typeface="ＭＳ Ｐゴシック" panose="020B0600070205080204" pitchFamily="34" charset="-128"/>
              </a:rPr>
              <a:t>l</a:t>
            </a:r>
            <a:r>
              <a:rPr lang="en-US" altLang="en-US" sz="2400" dirty="0">
                <a:solidFill>
                  <a:srgbClr val="FFFF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2 + </a:t>
            </a:r>
            <a:r>
              <a:rPr lang="en-US" altLang="en-US" sz="2400" dirty="0">
                <a:solidFill>
                  <a:srgbClr val="FFFF00"/>
                </a:solidFill>
                <a:latin typeface="Symbol" pitchFamily="2" charset="2"/>
                <a:ea typeface="ＭＳ Ｐゴシック" panose="020B0600070205080204" pitchFamily="34" charset="-128"/>
              </a:rPr>
              <a:t>l</a:t>
            </a:r>
            <a:r>
              <a:rPr lang="en-US" altLang="en-US" sz="2400" dirty="0">
                <a:solidFill>
                  <a:srgbClr val="FFFF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3)/2 ~ myelination</a:t>
            </a:r>
          </a:p>
          <a:p>
            <a:pPr eaLnBrk="1" hangingPunct="1"/>
            <a:r>
              <a:rPr lang="en-US" altLang="en-US" sz="2400" dirty="0">
                <a:solidFill>
                  <a:srgbClr val="FFFF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Mean Diffusivity</a:t>
            </a:r>
          </a:p>
          <a:p>
            <a:pPr lvl="1" eaLnBrk="1" hangingPunct="1"/>
            <a:r>
              <a:rPr lang="en-US" altLang="en-US" sz="2400" b="1" dirty="0">
                <a:solidFill>
                  <a:srgbClr val="FF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Magnitude of Diffusion</a:t>
            </a:r>
          </a:p>
          <a:p>
            <a:pPr lvl="1" eaLnBrk="1" hangingPunct="1"/>
            <a:r>
              <a:rPr lang="en-US" altLang="en-US" sz="2400" b="1" dirty="0">
                <a:solidFill>
                  <a:srgbClr val="FF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Inversely related to tissue density</a:t>
            </a:r>
          </a:p>
        </p:txBody>
      </p:sp>
      <p:grpSp>
        <p:nvGrpSpPr>
          <p:cNvPr id="184324" name="Group 4">
            <a:extLst>
              <a:ext uri="{FF2B5EF4-FFF2-40B4-BE49-F238E27FC236}">
                <a16:creationId xmlns:a16="http://schemas.microsoft.com/office/drawing/2014/main" id="{4CBFBB20-31BA-8D43-8163-25B846CB49B2}"/>
              </a:ext>
            </a:extLst>
          </p:cNvPr>
          <p:cNvGrpSpPr>
            <a:grpSpLocks/>
          </p:cNvGrpSpPr>
          <p:nvPr/>
        </p:nvGrpSpPr>
        <p:grpSpPr bwMode="auto">
          <a:xfrm>
            <a:off x="2314575" y="4259263"/>
            <a:ext cx="4695825" cy="2016125"/>
            <a:chOff x="2223" y="866"/>
            <a:chExt cx="2958" cy="1270"/>
          </a:xfrm>
          <a:solidFill>
            <a:srgbClr val="FFFF00"/>
          </a:solidFill>
        </p:grpSpPr>
        <p:pic>
          <p:nvPicPr>
            <p:cNvPr id="184329" name="Picture 5" descr="evalues">
              <a:extLst>
                <a:ext uri="{FF2B5EF4-FFF2-40B4-BE49-F238E27FC236}">
                  <a16:creationId xmlns:a16="http://schemas.microsoft.com/office/drawing/2014/main" id="{7F182A87-604B-E64A-B66F-4AE49223FEE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lum bright="30000" contrast="42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23" y="1145"/>
              <a:ext cx="2958" cy="991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aphicFrame>
          <p:nvGraphicFramePr>
            <p:cNvPr id="184330" name="Object 3">
              <a:extLst>
                <a:ext uri="{FF2B5EF4-FFF2-40B4-BE49-F238E27FC236}">
                  <a16:creationId xmlns:a16="http://schemas.microsoft.com/office/drawing/2014/main" id="{42F94BC9-79B8-6848-8035-E1E85E10299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08819250"/>
                </p:ext>
              </p:extLst>
            </p:nvPr>
          </p:nvGraphicFramePr>
          <p:xfrm>
            <a:off x="2487" y="887"/>
            <a:ext cx="220" cy="2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4120" name="Equation" r:id="rId5" imgW="1898650" imgH="2489200" progId="Equation.3">
                    <p:embed/>
                  </p:oleObj>
                </mc:Choice>
                <mc:Fallback>
                  <p:oleObj name="Equation" r:id="rId5" imgW="1898650" imgH="2489200" progId="Equation.3">
                    <p:embed/>
                    <p:pic>
                      <p:nvPicPr>
                        <p:cNvPr id="184330" name="Object 3">
                          <a:extLst>
                            <a:ext uri="{FF2B5EF4-FFF2-40B4-BE49-F238E27FC236}">
                              <a16:creationId xmlns:a16="http://schemas.microsoft.com/office/drawing/2014/main" id="{42F94BC9-79B8-6848-8035-E1E85E10299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87" y="887"/>
                          <a:ext cx="220" cy="286"/>
                        </a:xfrm>
                        <a:prstGeom prst="rect">
                          <a:avLst/>
                        </a:prstGeom>
                        <a:solidFill>
                          <a:schemeClr val="bg1">
                            <a:lumMod val="75000"/>
                          </a:schemeClr>
                        </a:solidFill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4331" name="Object 4">
              <a:extLst>
                <a:ext uri="{FF2B5EF4-FFF2-40B4-BE49-F238E27FC236}">
                  <a16:creationId xmlns:a16="http://schemas.microsoft.com/office/drawing/2014/main" id="{BDE23FF2-E501-FE48-AE84-892E9C81BD9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43724076"/>
                </p:ext>
              </p:extLst>
            </p:nvPr>
          </p:nvGraphicFramePr>
          <p:xfrm>
            <a:off x="3226" y="874"/>
            <a:ext cx="237" cy="2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4121" name="Equation" r:id="rId7" imgW="2051050" imgH="2489200" progId="Equation.3">
                    <p:embed/>
                  </p:oleObj>
                </mc:Choice>
                <mc:Fallback>
                  <p:oleObj name="Equation" r:id="rId7" imgW="2051050" imgH="2489200" progId="Equation.3">
                    <p:embed/>
                    <p:pic>
                      <p:nvPicPr>
                        <p:cNvPr id="184331" name="Object 4">
                          <a:extLst>
                            <a:ext uri="{FF2B5EF4-FFF2-40B4-BE49-F238E27FC236}">
                              <a16:creationId xmlns:a16="http://schemas.microsoft.com/office/drawing/2014/main" id="{BDE23FF2-E501-FE48-AE84-892E9C81BD9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26" y="874"/>
                          <a:ext cx="237" cy="286"/>
                        </a:xfrm>
                        <a:prstGeom prst="rect">
                          <a:avLst/>
                        </a:prstGeom>
                        <a:solidFill>
                          <a:schemeClr val="bg1">
                            <a:lumMod val="75000"/>
                          </a:schemeClr>
                        </a:solidFill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4332" name="Object 5">
              <a:extLst>
                <a:ext uri="{FF2B5EF4-FFF2-40B4-BE49-F238E27FC236}">
                  <a16:creationId xmlns:a16="http://schemas.microsoft.com/office/drawing/2014/main" id="{057DA4E6-B42A-9E4A-8D9C-2ED1D737F91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57673690"/>
                </p:ext>
              </p:extLst>
            </p:nvPr>
          </p:nvGraphicFramePr>
          <p:xfrm>
            <a:off x="3986" y="866"/>
            <a:ext cx="220" cy="30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4122" name="Equation" r:id="rId9" imgW="1898650" imgH="2635250" progId="Equation.3">
                    <p:embed/>
                  </p:oleObj>
                </mc:Choice>
                <mc:Fallback>
                  <p:oleObj name="Equation" r:id="rId9" imgW="1898650" imgH="2635250" progId="Equation.3">
                    <p:embed/>
                    <p:pic>
                      <p:nvPicPr>
                        <p:cNvPr id="184332" name="Object 5">
                          <a:extLst>
                            <a:ext uri="{FF2B5EF4-FFF2-40B4-BE49-F238E27FC236}">
                              <a16:creationId xmlns:a16="http://schemas.microsoft.com/office/drawing/2014/main" id="{057DA4E6-B42A-9E4A-8D9C-2ED1D737F91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86" y="866"/>
                          <a:ext cx="220" cy="303"/>
                        </a:xfrm>
                        <a:prstGeom prst="rect">
                          <a:avLst/>
                        </a:prstGeom>
                        <a:solidFill>
                          <a:schemeClr val="bg1">
                            <a:lumMod val="75000"/>
                          </a:schemeClr>
                        </a:solidFill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4333" name="Object 6">
              <a:extLst>
                <a:ext uri="{FF2B5EF4-FFF2-40B4-BE49-F238E27FC236}">
                  <a16:creationId xmlns:a16="http://schemas.microsoft.com/office/drawing/2014/main" id="{F70E2350-D62C-E44D-962D-ECC327D4FE9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39487500"/>
                </p:ext>
              </p:extLst>
            </p:nvPr>
          </p:nvGraphicFramePr>
          <p:xfrm>
            <a:off x="4686" y="866"/>
            <a:ext cx="321" cy="3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4123" name="Equation" r:id="rId11" imgW="2781300" imgH="2927350" progId="Equation.3">
                    <p:embed/>
                  </p:oleObj>
                </mc:Choice>
                <mc:Fallback>
                  <p:oleObj name="Equation" r:id="rId11" imgW="2781300" imgH="2927350" progId="Equation.3">
                    <p:embed/>
                    <p:pic>
                      <p:nvPicPr>
                        <p:cNvPr id="184333" name="Object 6">
                          <a:extLst>
                            <a:ext uri="{FF2B5EF4-FFF2-40B4-BE49-F238E27FC236}">
                              <a16:creationId xmlns:a16="http://schemas.microsoft.com/office/drawing/2014/main" id="{F70E2350-D62C-E44D-962D-ECC327D4FE9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86" y="866"/>
                          <a:ext cx="321" cy="337"/>
                        </a:xfrm>
                        <a:prstGeom prst="rect">
                          <a:avLst/>
                        </a:prstGeom>
                        <a:solidFill>
                          <a:schemeClr val="bg1">
                            <a:lumMod val="75000"/>
                          </a:schemeClr>
                        </a:solidFill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4036" name="Group 13">
            <a:extLst>
              <a:ext uri="{FF2B5EF4-FFF2-40B4-BE49-F238E27FC236}">
                <a16:creationId xmlns:a16="http://schemas.microsoft.com/office/drawing/2014/main" id="{A45F6401-D93B-DC45-8CB0-636E2A579D0B}"/>
              </a:ext>
            </a:extLst>
          </p:cNvPr>
          <p:cNvGrpSpPr>
            <a:grpSpLocks/>
          </p:cNvGrpSpPr>
          <p:nvPr/>
        </p:nvGrpSpPr>
        <p:grpSpPr bwMode="auto">
          <a:xfrm>
            <a:off x="6388100" y="3344863"/>
            <a:ext cx="2282825" cy="676275"/>
            <a:chOff x="2943" y="1966"/>
            <a:chExt cx="2550" cy="755"/>
          </a:xfrm>
        </p:grpSpPr>
        <p:sp>
          <p:nvSpPr>
            <p:cNvPr id="44037" name="Text Box 10">
              <a:extLst>
                <a:ext uri="{FF2B5EF4-FFF2-40B4-BE49-F238E27FC236}">
                  <a16:creationId xmlns:a16="http://schemas.microsoft.com/office/drawing/2014/main" id="{D9F9C269-7CCF-3743-A2D1-8F766052355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20" y="2190"/>
              <a:ext cx="1273" cy="3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solidFill>
                    <a:srgbClr val="FFFFFF"/>
                  </a:solidFill>
                </a:rPr>
                <a:t>[mm</a:t>
              </a:r>
              <a:r>
                <a:rPr lang="en-US" altLang="en-US" sz="1600" baseline="30000">
                  <a:solidFill>
                    <a:srgbClr val="FFFFFF"/>
                  </a:solidFill>
                </a:rPr>
                <a:t>2</a:t>
              </a:r>
              <a:r>
                <a:rPr lang="en-US" altLang="en-US" sz="1600">
                  <a:solidFill>
                    <a:srgbClr val="FFFFFF"/>
                  </a:solidFill>
                </a:rPr>
                <a:t>/s]</a:t>
              </a:r>
            </a:p>
          </p:txBody>
        </p:sp>
        <p:graphicFrame>
          <p:nvGraphicFramePr>
            <p:cNvPr id="44038" name="Object 2">
              <a:extLst>
                <a:ext uri="{FF2B5EF4-FFF2-40B4-BE49-F238E27FC236}">
                  <a16:creationId xmlns:a16="http://schemas.microsoft.com/office/drawing/2014/main" id="{D9BA8246-0845-0142-AD5D-0ED48D14BFC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943" y="1966"/>
            <a:ext cx="1054" cy="7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4124" name="Equation" r:id="rId13" imgW="13462000" imgH="9652000" progId="Equation.3">
                    <p:embed/>
                  </p:oleObj>
                </mc:Choice>
                <mc:Fallback>
                  <p:oleObj name="Equation" r:id="rId13" imgW="13462000" imgH="9652000" progId="Equation.3">
                    <p:embed/>
                    <p:pic>
                      <p:nvPicPr>
                        <p:cNvPr id="0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43" y="1966"/>
                          <a:ext cx="1054" cy="755"/>
                        </a:xfrm>
                        <a:prstGeom prst="rect">
                          <a:avLst/>
                        </a:prstGeom>
                        <a:solidFill>
                          <a:schemeClr val="bg2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4039" name="Line 12">
              <a:extLst>
                <a:ext uri="{FF2B5EF4-FFF2-40B4-BE49-F238E27FC236}">
                  <a16:creationId xmlns:a16="http://schemas.microsoft.com/office/drawing/2014/main" id="{146FF584-8F49-BA41-A6F2-D077DB121E5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59" y="2004"/>
              <a:ext cx="435" cy="0"/>
            </a:xfrm>
            <a:prstGeom prst="line">
              <a:avLst/>
            </a:prstGeom>
            <a:noFill/>
            <a:ln w="1905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B78B163D-B8A9-3D4A-BC9D-9B168981E718}"/>
              </a:ext>
            </a:extLst>
          </p:cNvPr>
          <p:cNvSpPr txBox="1"/>
          <p:nvPr/>
        </p:nvSpPr>
        <p:spPr>
          <a:xfrm>
            <a:off x="2495366" y="6275389"/>
            <a:ext cx="425949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0" dirty="0">
                <a:solidFill>
                  <a:schemeClr val="bg1"/>
                </a:solidFill>
                <a:latin typeface="Helvetica" pitchFamily="2" charset="0"/>
              </a:rPr>
              <a:t>Major      Medium      Minor         MD</a:t>
            </a: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Text Box 2">
            <a:extLst>
              <a:ext uri="{FF2B5EF4-FFF2-40B4-BE49-F238E27FC236}">
                <a16:creationId xmlns:a16="http://schemas.microsoft.com/office/drawing/2014/main" id="{46A0928A-A6F0-AF4E-8CEF-4B6CE5BECF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68438" y="152400"/>
            <a:ext cx="6051550" cy="1169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2800">
                <a:solidFill>
                  <a:srgbClr val="FFFF00"/>
                </a:solidFill>
                <a:latin typeface="Verdana" panose="020B0604030504040204" pitchFamily="34" charset="0"/>
              </a:rPr>
              <a:t>Diffusivity Measures</a:t>
            </a:r>
          </a:p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2800">
                <a:solidFill>
                  <a:srgbClr val="FFFF00"/>
                </a:solidFill>
                <a:latin typeface="Verdana" panose="020B0604030504040204" pitchFamily="34" charset="0"/>
              </a:rPr>
              <a:t>Role of Myelin</a:t>
            </a:r>
          </a:p>
        </p:txBody>
      </p:sp>
      <p:grpSp>
        <p:nvGrpSpPr>
          <p:cNvPr id="45058" name="Group 3">
            <a:extLst>
              <a:ext uri="{FF2B5EF4-FFF2-40B4-BE49-F238E27FC236}">
                <a16:creationId xmlns:a16="http://schemas.microsoft.com/office/drawing/2014/main" id="{4F401901-5342-2749-9C51-048968F22E50}"/>
              </a:ext>
            </a:extLst>
          </p:cNvPr>
          <p:cNvGrpSpPr>
            <a:grpSpLocks/>
          </p:cNvGrpSpPr>
          <p:nvPr/>
        </p:nvGrpSpPr>
        <p:grpSpPr bwMode="auto">
          <a:xfrm>
            <a:off x="1743075" y="1319213"/>
            <a:ext cx="5416550" cy="4859337"/>
            <a:chOff x="1008" y="576"/>
            <a:chExt cx="3744" cy="3359"/>
          </a:xfrm>
        </p:grpSpPr>
        <p:grpSp>
          <p:nvGrpSpPr>
            <p:cNvPr id="45060" name="Group 4">
              <a:extLst>
                <a:ext uri="{FF2B5EF4-FFF2-40B4-BE49-F238E27FC236}">
                  <a16:creationId xmlns:a16="http://schemas.microsoft.com/office/drawing/2014/main" id="{331F8A4D-E239-D74E-9FDB-FA55B72DF5B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08" y="576"/>
              <a:ext cx="3744" cy="3359"/>
              <a:chOff x="1152" y="672"/>
              <a:chExt cx="3264" cy="2928"/>
            </a:xfrm>
          </p:grpSpPr>
          <p:grpSp>
            <p:nvGrpSpPr>
              <p:cNvPr id="45062" name="Group 5">
                <a:extLst>
                  <a:ext uri="{FF2B5EF4-FFF2-40B4-BE49-F238E27FC236}">
                    <a16:creationId xmlns:a16="http://schemas.microsoft.com/office/drawing/2014/main" id="{EB4BB717-78E2-CC4F-9A2F-D48EE60CC4B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152" y="672"/>
                <a:ext cx="3264" cy="2928"/>
                <a:chOff x="1152" y="672"/>
                <a:chExt cx="3264" cy="2928"/>
              </a:xfrm>
            </p:grpSpPr>
            <p:sp>
              <p:nvSpPr>
                <p:cNvPr id="45065" name="Rectangle 6">
                  <a:extLst>
                    <a:ext uri="{FF2B5EF4-FFF2-40B4-BE49-F238E27FC236}">
                      <a16:creationId xmlns:a16="http://schemas.microsoft.com/office/drawing/2014/main" id="{7A72C787-F86B-C149-A531-F2578A0E100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52" y="672"/>
                  <a:ext cx="3264" cy="2928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381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2800"/>
                </a:p>
              </p:txBody>
            </p:sp>
            <p:pic>
              <p:nvPicPr>
                <p:cNvPr id="45066" name="Picture 7" descr="Ax-rad_plot">
                  <a:extLst>
                    <a:ext uri="{FF2B5EF4-FFF2-40B4-BE49-F238E27FC236}">
                      <a16:creationId xmlns:a16="http://schemas.microsoft.com/office/drawing/2014/main" id="{59D45BF7-58CC-BC40-853C-33A0F00D094F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440" y="768"/>
                  <a:ext cx="2880" cy="262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45067" name="Text Box 8">
                  <a:extLst>
                    <a:ext uri="{FF2B5EF4-FFF2-40B4-BE49-F238E27FC236}">
                      <a16:creationId xmlns:a16="http://schemas.microsoft.com/office/drawing/2014/main" id="{5B5821A5-7D96-4B45-AF34-7641A8FF334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920" y="3312"/>
                  <a:ext cx="1200" cy="20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81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n-US" altLang="en-US" sz="1600" b="0">
                      <a:solidFill>
                        <a:srgbClr val="000099"/>
                      </a:solidFill>
                      <a:latin typeface="Arial Black" panose="020B0604020202020204" pitchFamily="34" charset="0"/>
                    </a:rPr>
                    <a:t>Myelinated</a:t>
                  </a:r>
                </a:p>
              </p:txBody>
            </p:sp>
            <p:sp>
              <p:nvSpPr>
                <p:cNvPr id="45068" name="Text Box 9">
                  <a:extLst>
                    <a:ext uri="{FF2B5EF4-FFF2-40B4-BE49-F238E27FC236}">
                      <a16:creationId xmlns:a16="http://schemas.microsoft.com/office/drawing/2014/main" id="{F9C2AB38-96C8-8547-887E-1109754D090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880" y="3312"/>
                  <a:ext cx="1200" cy="20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81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n-US" altLang="en-US" sz="1600" b="0" i="1">
                      <a:solidFill>
                        <a:srgbClr val="FF6600"/>
                      </a:solidFill>
                      <a:latin typeface="Arial Black" panose="020B0604020202020204" pitchFamily="34" charset="0"/>
                    </a:rPr>
                    <a:t>Unmyelinated</a:t>
                  </a:r>
                </a:p>
              </p:txBody>
            </p:sp>
            <p:sp>
              <p:nvSpPr>
                <p:cNvPr id="45069" name="Text Box 10">
                  <a:extLst>
                    <a:ext uri="{FF2B5EF4-FFF2-40B4-BE49-F238E27FC236}">
                      <a16:creationId xmlns:a16="http://schemas.microsoft.com/office/drawing/2014/main" id="{A949F931-9CE8-724E-866F-CFD32CC43AB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 rot="-5400000">
                  <a:off x="399" y="2050"/>
                  <a:ext cx="1824" cy="22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81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n-US" altLang="en-US" sz="1800">
                      <a:solidFill>
                        <a:srgbClr val="000000"/>
                      </a:solidFill>
                      <a:latin typeface="Arial" panose="020B0604020202020204" pitchFamily="34" charset="0"/>
                    </a:rPr>
                    <a:t>ADC  (x 10</a:t>
                  </a:r>
                  <a:r>
                    <a:rPr lang="en-US" altLang="en-US" sz="1800" baseline="30000">
                      <a:solidFill>
                        <a:srgbClr val="000000"/>
                      </a:solidFill>
                      <a:latin typeface="Arial" panose="020B0604020202020204" pitchFamily="34" charset="0"/>
                    </a:rPr>
                    <a:t>-3</a:t>
                  </a:r>
                  <a:r>
                    <a:rPr lang="en-US" altLang="en-US" sz="1800">
                      <a:solidFill>
                        <a:srgbClr val="000000"/>
                      </a:solidFill>
                      <a:latin typeface="Arial" panose="020B0604020202020204" pitchFamily="34" charset="0"/>
                    </a:rPr>
                    <a:t> mm</a:t>
                  </a:r>
                  <a:r>
                    <a:rPr lang="en-US" altLang="en-US" sz="1800" baseline="30000">
                      <a:solidFill>
                        <a:srgbClr val="000000"/>
                      </a:solidFill>
                      <a:latin typeface="Arial" panose="020B0604020202020204" pitchFamily="34" charset="0"/>
                    </a:rPr>
                    <a:t>2</a:t>
                  </a:r>
                  <a:r>
                    <a:rPr lang="en-US" altLang="en-US" sz="1800">
                      <a:solidFill>
                        <a:srgbClr val="000000"/>
                      </a:solidFill>
                      <a:latin typeface="Arial" panose="020B0604020202020204" pitchFamily="34" charset="0"/>
                    </a:rPr>
                    <a:t>/sec)</a:t>
                  </a:r>
                </a:p>
              </p:txBody>
            </p:sp>
          </p:grpSp>
          <p:sp>
            <p:nvSpPr>
              <p:cNvPr id="45063" name="Text Box 11">
                <a:extLst>
                  <a:ext uri="{FF2B5EF4-FFF2-40B4-BE49-F238E27FC236}">
                    <a16:creationId xmlns:a16="http://schemas.microsoft.com/office/drawing/2014/main" id="{88AD8672-440D-B741-BA71-11AFB0A2ECE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75" y="1008"/>
                <a:ext cx="577" cy="2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en-US" sz="2800" baseline="-25000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AD</a:t>
                </a:r>
              </a:p>
            </p:txBody>
          </p:sp>
          <p:sp>
            <p:nvSpPr>
              <p:cNvPr id="45064" name="Text Box 12">
                <a:extLst>
                  <a:ext uri="{FF2B5EF4-FFF2-40B4-BE49-F238E27FC236}">
                    <a16:creationId xmlns:a16="http://schemas.microsoft.com/office/drawing/2014/main" id="{3B4ABBA9-D36A-4A46-AE8E-935A0922A7E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23" y="2160"/>
                <a:ext cx="577" cy="2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en-US" sz="2800" baseline="-25000" dirty="0">
                    <a:solidFill>
                      <a:srgbClr val="000000"/>
                    </a:solidFill>
                    <a:latin typeface="Arial" panose="020B0604020202020204" pitchFamily="34" charset="0"/>
                    <a:sym typeface="Symbol" pitchFamily="2" charset="2"/>
                  </a:rPr>
                  <a:t>RD</a:t>
                </a:r>
              </a:p>
            </p:txBody>
          </p:sp>
        </p:grpSp>
        <p:sp>
          <p:nvSpPr>
            <p:cNvPr id="45061" name="Rectangle 13">
              <a:extLst>
                <a:ext uri="{FF2B5EF4-FFF2-40B4-BE49-F238E27FC236}">
                  <a16:creationId xmlns:a16="http://schemas.microsoft.com/office/drawing/2014/main" id="{04D41151-D176-DC49-89F2-32453F8636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6" y="1872"/>
              <a:ext cx="528" cy="43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800"/>
            </a:p>
          </p:txBody>
        </p:sp>
      </p:grpSp>
      <p:sp>
        <p:nvSpPr>
          <p:cNvPr id="2" name="Oval 1">
            <a:extLst>
              <a:ext uri="{FF2B5EF4-FFF2-40B4-BE49-F238E27FC236}">
                <a16:creationId xmlns:a16="http://schemas.microsoft.com/office/drawing/2014/main" id="{FE7FDE9E-C859-4049-A614-6782C7B74F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9663" y="3357563"/>
            <a:ext cx="1168400" cy="1898650"/>
          </a:xfrm>
          <a:prstGeom prst="ellipse">
            <a:avLst/>
          </a:prstGeom>
          <a:noFill/>
          <a:ln w="28575">
            <a:solidFill>
              <a:srgbClr val="8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2">
            <a:extLst>
              <a:ext uri="{FF2B5EF4-FFF2-40B4-BE49-F238E27FC236}">
                <a16:creationId xmlns:a16="http://schemas.microsoft.com/office/drawing/2014/main" id="{79DA7B27-579E-6547-926A-371A2EB58F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solidFill>
                  <a:srgbClr val="FFFF00"/>
                </a:solidFill>
                <a:latin typeface="Tahoma" panose="020B0604030504040204" pitchFamily="34" charset="0"/>
                <a:ea typeface="ＭＳ Ｐゴシック" panose="020B0600070205080204" pitchFamily="34" charset="-128"/>
              </a:rPr>
              <a:t>Fractional Anisotropy</a:t>
            </a:r>
          </a:p>
        </p:txBody>
      </p:sp>
      <p:sp>
        <p:nvSpPr>
          <p:cNvPr id="46082" name="Rectangle 3">
            <a:extLst>
              <a:ext uri="{FF2B5EF4-FFF2-40B4-BE49-F238E27FC236}">
                <a16:creationId xmlns:a16="http://schemas.microsoft.com/office/drawing/2014/main" id="{5FFFF000-A3B8-9A41-9B33-4F994E8363A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654175" y="3360738"/>
            <a:ext cx="7489825" cy="2597150"/>
          </a:xfrm>
        </p:spPr>
        <p:txBody>
          <a:bodyPr/>
          <a:lstStyle/>
          <a:p>
            <a:pPr lvl="1" eaLnBrk="1" hangingPunct="1"/>
            <a:r>
              <a:rPr lang="en-US" altLang="en-US" sz="2600" b="1">
                <a:solidFill>
                  <a:srgbClr val="FF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Variance of diffusivity with direction</a:t>
            </a:r>
          </a:p>
          <a:p>
            <a:pPr lvl="1" eaLnBrk="1" hangingPunct="1"/>
            <a:r>
              <a:rPr lang="en-US" altLang="en-US" sz="2600" b="1">
                <a:solidFill>
                  <a:srgbClr val="FF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Normalized between 0 and 1</a:t>
            </a:r>
          </a:p>
          <a:p>
            <a:pPr lvl="1" eaLnBrk="1" hangingPunct="1"/>
            <a:r>
              <a:rPr lang="en-US" altLang="en-US" sz="2600" b="1">
                <a:solidFill>
                  <a:srgbClr val="FF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Ubiquitous measure of microstructure</a:t>
            </a:r>
          </a:p>
          <a:p>
            <a:pPr lvl="1" eaLnBrk="1" hangingPunct="1"/>
            <a:r>
              <a:rPr lang="en-US" altLang="en-US" sz="2600" b="1">
                <a:solidFill>
                  <a:srgbClr val="FF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Extremely sensitive</a:t>
            </a:r>
          </a:p>
          <a:p>
            <a:pPr lvl="1" eaLnBrk="1" hangingPunct="1"/>
            <a:r>
              <a:rPr lang="en-US" altLang="en-US" sz="2600" b="1">
                <a:solidFill>
                  <a:srgbClr val="FF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Low specificity</a:t>
            </a:r>
          </a:p>
        </p:txBody>
      </p:sp>
      <p:pic>
        <p:nvPicPr>
          <p:cNvPr id="46083" name="Picture 4" descr="FA">
            <a:extLst>
              <a:ext uri="{FF2B5EF4-FFF2-40B4-BE49-F238E27FC236}">
                <a16:creationId xmlns:a16="http://schemas.microsoft.com/office/drawing/2014/main" id="{4E53BC34-5968-E44F-866A-43C5A443C1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lum bright="24000" contrast="42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19100" y="2887663"/>
            <a:ext cx="1181100" cy="156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46084" name="Object 2">
            <a:extLst>
              <a:ext uri="{FF2B5EF4-FFF2-40B4-BE49-F238E27FC236}">
                <a16:creationId xmlns:a16="http://schemas.microsoft.com/office/drawing/2014/main" id="{E9D6587F-D202-D64C-81B8-4E74EB0DEA4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98638" y="1938338"/>
          <a:ext cx="5546725" cy="985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099" name="Equation" r:id="rId5" imgW="2857500" imgH="508000" progId="Equation.3">
                  <p:embed/>
                </p:oleObj>
              </mc:Choice>
              <mc:Fallback>
                <p:oleObj name="Equation" r:id="rId5" imgW="2857500" imgH="5080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8638" y="1938338"/>
                        <a:ext cx="5546725" cy="985837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106" name="Group 2">
            <a:extLst>
              <a:ext uri="{FF2B5EF4-FFF2-40B4-BE49-F238E27FC236}">
                <a16:creationId xmlns:a16="http://schemas.microsoft.com/office/drawing/2014/main" id="{1BBBE366-1960-364E-92FF-80F03863EE10}"/>
              </a:ext>
            </a:extLst>
          </p:cNvPr>
          <p:cNvGrpSpPr>
            <a:grpSpLocks/>
          </p:cNvGrpSpPr>
          <p:nvPr/>
        </p:nvGrpSpPr>
        <p:grpSpPr bwMode="auto">
          <a:xfrm>
            <a:off x="354013" y="1579563"/>
            <a:ext cx="3975100" cy="2997200"/>
            <a:chOff x="2993" y="1115"/>
            <a:chExt cx="2130" cy="1606"/>
          </a:xfrm>
        </p:grpSpPr>
        <p:pic>
          <p:nvPicPr>
            <p:cNvPr id="47122" name="Picture 3">
              <a:extLst>
                <a:ext uri="{FF2B5EF4-FFF2-40B4-BE49-F238E27FC236}">
                  <a16:creationId xmlns:a16="http://schemas.microsoft.com/office/drawing/2014/main" id="{56F1E3EB-D17D-014A-B971-5549A1373A4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02" y="1115"/>
              <a:ext cx="1921" cy="16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7123" name="Rectangle 4">
              <a:extLst>
                <a:ext uri="{FF2B5EF4-FFF2-40B4-BE49-F238E27FC236}">
                  <a16:creationId xmlns:a16="http://schemas.microsoft.com/office/drawing/2014/main" id="{CD7AAFF3-3B0F-B64D-BF5E-D2A5716106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84" y="1396"/>
              <a:ext cx="816" cy="3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800">
                <a:solidFill>
                  <a:srgbClr val="000000"/>
                </a:solidFill>
              </a:endParaRPr>
            </a:p>
          </p:txBody>
        </p:sp>
        <p:sp>
          <p:nvSpPr>
            <p:cNvPr id="47124" name="Text Box 5">
              <a:extLst>
                <a:ext uri="{FF2B5EF4-FFF2-40B4-BE49-F238E27FC236}">
                  <a16:creationId xmlns:a16="http://schemas.microsoft.com/office/drawing/2014/main" id="{49FB0C64-25C2-074C-9E19-80FA59E9AF9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70" y="2516"/>
              <a:ext cx="455" cy="1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solidFill>
                    <a:srgbClr val="000000"/>
                  </a:solidFill>
                  <a:latin typeface="Arial" panose="020B0604020202020204" pitchFamily="34" charset="0"/>
                </a:rPr>
                <a:t>SNR</a:t>
              </a:r>
            </a:p>
          </p:txBody>
        </p:sp>
        <p:sp>
          <p:nvSpPr>
            <p:cNvPr id="47125" name="Line 6">
              <a:extLst>
                <a:ext uri="{FF2B5EF4-FFF2-40B4-BE49-F238E27FC236}">
                  <a16:creationId xmlns:a16="http://schemas.microsoft.com/office/drawing/2014/main" id="{D408F059-9FFC-AC48-8BC9-C0867F1F1E8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82" y="1156"/>
              <a:ext cx="0" cy="149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126" name="Line 7">
              <a:extLst>
                <a:ext uri="{FF2B5EF4-FFF2-40B4-BE49-F238E27FC236}">
                  <a16:creationId xmlns:a16="http://schemas.microsoft.com/office/drawing/2014/main" id="{C746A53D-A1C7-E444-8988-F7F1786CA3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85" y="2458"/>
              <a:ext cx="168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127" name="Line 8">
              <a:extLst>
                <a:ext uri="{FF2B5EF4-FFF2-40B4-BE49-F238E27FC236}">
                  <a16:creationId xmlns:a16="http://schemas.microsoft.com/office/drawing/2014/main" id="{14B74439-D9E7-AE45-865D-C39731FD4B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79" y="1367"/>
              <a:ext cx="0" cy="51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128" name="Freeform 9">
              <a:extLst>
                <a:ext uri="{FF2B5EF4-FFF2-40B4-BE49-F238E27FC236}">
                  <a16:creationId xmlns:a16="http://schemas.microsoft.com/office/drawing/2014/main" id="{EFC445FA-25F8-134A-9924-24A28DF277D9}"/>
                </a:ext>
              </a:extLst>
            </p:cNvPr>
            <p:cNvSpPr>
              <a:spLocks/>
            </p:cNvSpPr>
            <p:nvPr/>
          </p:nvSpPr>
          <p:spPr bwMode="auto">
            <a:xfrm>
              <a:off x="3479" y="1625"/>
              <a:ext cx="1557" cy="348"/>
            </a:xfrm>
            <a:custGeom>
              <a:avLst/>
              <a:gdLst>
                <a:gd name="T0" fmla="*/ 0 w 1557"/>
                <a:gd name="T1" fmla="*/ 0 h 348"/>
                <a:gd name="T2" fmla="*/ 88 w 1557"/>
                <a:gd name="T3" fmla="*/ 157 h 348"/>
                <a:gd name="T4" fmla="*/ 171 w 1557"/>
                <a:gd name="T5" fmla="*/ 228 h 348"/>
                <a:gd name="T6" fmla="*/ 255 w 1557"/>
                <a:gd name="T7" fmla="*/ 264 h 348"/>
                <a:gd name="T8" fmla="*/ 414 w 1557"/>
                <a:gd name="T9" fmla="*/ 301 h 348"/>
                <a:gd name="T10" fmla="*/ 745 w 1557"/>
                <a:gd name="T11" fmla="*/ 327 h 348"/>
                <a:gd name="T12" fmla="*/ 1557 w 1557"/>
                <a:gd name="T13" fmla="*/ 348 h 34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557"/>
                <a:gd name="T22" fmla="*/ 0 h 348"/>
                <a:gd name="T23" fmla="*/ 1557 w 1557"/>
                <a:gd name="T24" fmla="*/ 348 h 34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557" h="348">
                  <a:moveTo>
                    <a:pt x="0" y="0"/>
                  </a:moveTo>
                  <a:cubicBezTo>
                    <a:pt x="29" y="59"/>
                    <a:pt x="59" y="119"/>
                    <a:pt x="88" y="157"/>
                  </a:cubicBezTo>
                  <a:cubicBezTo>
                    <a:pt x="117" y="195"/>
                    <a:pt x="143" y="210"/>
                    <a:pt x="171" y="228"/>
                  </a:cubicBezTo>
                  <a:cubicBezTo>
                    <a:pt x="199" y="246"/>
                    <a:pt x="215" y="252"/>
                    <a:pt x="255" y="264"/>
                  </a:cubicBezTo>
                  <a:cubicBezTo>
                    <a:pt x="295" y="276"/>
                    <a:pt x="332" y="291"/>
                    <a:pt x="414" y="301"/>
                  </a:cubicBezTo>
                  <a:cubicBezTo>
                    <a:pt x="496" y="311"/>
                    <a:pt x="555" y="319"/>
                    <a:pt x="745" y="327"/>
                  </a:cubicBezTo>
                  <a:cubicBezTo>
                    <a:pt x="935" y="335"/>
                    <a:pt x="1246" y="341"/>
                    <a:pt x="1557" y="348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129" name="Freeform 10">
              <a:extLst>
                <a:ext uri="{FF2B5EF4-FFF2-40B4-BE49-F238E27FC236}">
                  <a16:creationId xmlns:a16="http://schemas.microsoft.com/office/drawing/2014/main" id="{B6FCE02A-5645-F142-9DD8-0B94D9EE45AF}"/>
                </a:ext>
              </a:extLst>
            </p:cNvPr>
            <p:cNvSpPr>
              <a:spLocks/>
            </p:cNvSpPr>
            <p:nvPr/>
          </p:nvSpPr>
          <p:spPr bwMode="auto">
            <a:xfrm>
              <a:off x="3480" y="1998"/>
              <a:ext cx="1554" cy="47"/>
            </a:xfrm>
            <a:custGeom>
              <a:avLst/>
              <a:gdLst>
                <a:gd name="T0" fmla="*/ 0 w 1554"/>
                <a:gd name="T1" fmla="*/ 47 h 47"/>
                <a:gd name="T2" fmla="*/ 86 w 1554"/>
                <a:gd name="T3" fmla="*/ 14 h 47"/>
                <a:gd name="T4" fmla="*/ 173 w 1554"/>
                <a:gd name="T5" fmla="*/ 2 h 47"/>
                <a:gd name="T6" fmla="*/ 255 w 1554"/>
                <a:gd name="T7" fmla="*/ 0 h 47"/>
                <a:gd name="T8" fmla="*/ 417 w 1554"/>
                <a:gd name="T9" fmla="*/ 2 h 47"/>
                <a:gd name="T10" fmla="*/ 741 w 1554"/>
                <a:gd name="T11" fmla="*/ 3 h 47"/>
                <a:gd name="T12" fmla="*/ 1554 w 1554"/>
                <a:gd name="T13" fmla="*/ 0 h 4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554"/>
                <a:gd name="T22" fmla="*/ 0 h 47"/>
                <a:gd name="T23" fmla="*/ 1554 w 1554"/>
                <a:gd name="T24" fmla="*/ 47 h 4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554" h="47">
                  <a:moveTo>
                    <a:pt x="0" y="47"/>
                  </a:moveTo>
                  <a:cubicBezTo>
                    <a:pt x="28" y="34"/>
                    <a:pt x="57" y="22"/>
                    <a:pt x="86" y="14"/>
                  </a:cubicBezTo>
                  <a:cubicBezTo>
                    <a:pt x="115" y="6"/>
                    <a:pt x="145" y="4"/>
                    <a:pt x="173" y="2"/>
                  </a:cubicBezTo>
                  <a:cubicBezTo>
                    <a:pt x="201" y="0"/>
                    <a:pt x="214" y="0"/>
                    <a:pt x="255" y="0"/>
                  </a:cubicBezTo>
                  <a:cubicBezTo>
                    <a:pt x="296" y="0"/>
                    <a:pt x="336" y="2"/>
                    <a:pt x="417" y="2"/>
                  </a:cubicBezTo>
                  <a:cubicBezTo>
                    <a:pt x="498" y="2"/>
                    <a:pt x="552" y="3"/>
                    <a:pt x="741" y="3"/>
                  </a:cubicBezTo>
                  <a:cubicBezTo>
                    <a:pt x="930" y="3"/>
                    <a:pt x="1242" y="1"/>
                    <a:pt x="1554" y="0"/>
                  </a:cubicBezTo>
                </a:path>
              </a:pathLst>
            </a:custGeom>
            <a:noFill/>
            <a:ln w="28575">
              <a:solidFill>
                <a:srgbClr val="33CC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130" name="Freeform 11">
              <a:extLst>
                <a:ext uri="{FF2B5EF4-FFF2-40B4-BE49-F238E27FC236}">
                  <a16:creationId xmlns:a16="http://schemas.microsoft.com/office/drawing/2014/main" id="{07A25FA2-2AF1-F84C-85F5-3637F9A9A582}"/>
                </a:ext>
              </a:extLst>
            </p:cNvPr>
            <p:cNvSpPr>
              <a:spLocks/>
            </p:cNvSpPr>
            <p:nvPr/>
          </p:nvSpPr>
          <p:spPr bwMode="auto">
            <a:xfrm>
              <a:off x="3485" y="2016"/>
              <a:ext cx="1551" cy="375"/>
            </a:xfrm>
            <a:custGeom>
              <a:avLst/>
              <a:gdLst>
                <a:gd name="T0" fmla="*/ 0 w 1551"/>
                <a:gd name="T1" fmla="*/ 375 h 375"/>
                <a:gd name="T2" fmla="*/ 82 w 1551"/>
                <a:gd name="T3" fmla="*/ 201 h 375"/>
                <a:gd name="T4" fmla="*/ 168 w 1551"/>
                <a:gd name="T5" fmla="*/ 123 h 375"/>
                <a:gd name="T6" fmla="*/ 249 w 1551"/>
                <a:gd name="T7" fmla="*/ 89 h 375"/>
                <a:gd name="T8" fmla="*/ 409 w 1551"/>
                <a:gd name="T9" fmla="*/ 57 h 375"/>
                <a:gd name="T10" fmla="*/ 738 w 1551"/>
                <a:gd name="T11" fmla="*/ 29 h 375"/>
                <a:gd name="T12" fmla="*/ 1551 w 1551"/>
                <a:gd name="T13" fmla="*/ 0 h 37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551"/>
                <a:gd name="T22" fmla="*/ 0 h 375"/>
                <a:gd name="T23" fmla="*/ 1551 w 1551"/>
                <a:gd name="T24" fmla="*/ 375 h 375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551" h="375">
                  <a:moveTo>
                    <a:pt x="0" y="375"/>
                  </a:moveTo>
                  <a:cubicBezTo>
                    <a:pt x="27" y="309"/>
                    <a:pt x="54" y="243"/>
                    <a:pt x="82" y="201"/>
                  </a:cubicBezTo>
                  <a:cubicBezTo>
                    <a:pt x="110" y="159"/>
                    <a:pt x="140" y="142"/>
                    <a:pt x="168" y="123"/>
                  </a:cubicBezTo>
                  <a:cubicBezTo>
                    <a:pt x="196" y="104"/>
                    <a:pt x="209" y="100"/>
                    <a:pt x="249" y="89"/>
                  </a:cubicBezTo>
                  <a:cubicBezTo>
                    <a:pt x="289" y="78"/>
                    <a:pt x="328" y="67"/>
                    <a:pt x="409" y="57"/>
                  </a:cubicBezTo>
                  <a:cubicBezTo>
                    <a:pt x="490" y="47"/>
                    <a:pt x="548" y="38"/>
                    <a:pt x="738" y="29"/>
                  </a:cubicBezTo>
                  <a:cubicBezTo>
                    <a:pt x="928" y="20"/>
                    <a:pt x="1416" y="5"/>
                    <a:pt x="1551" y="0"/>
                  </a:cubicBezTo>
                </a:path>
              </a:pathLst>
            </a:cu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131" name="Text Box 12">
              <a:extLst>
                <a:ext uri="{FF2B5EF4-FFF2-40B4-BE49-F238E27FC236}">
                  <a16:creationId xmlns:a16="http://schemas.microsoft.com/office/drawing/2014/main" id="{216E0C3A-2715-6541-9BA5-247D355780E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5400000">
              <a:off x="2766" y="1787"/>
              <a:ext cx="635" cy="18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solidFill>
                    <a:srgbClr val="000000"/>
                  </a:solidFill>
                  <a:latin typeface="Arial" panose="020B0604020202020204" pitchFamily="34" charset="0"/>
                </a:rPr>
                <a:t>Diffusivity</a:t>
              </a:r>
            </a:p>
          </p:txBody>
        </p:sp>
      </p:grpSp>
      <p:pic>
        <p:nvPicPr>
          <p:cNvPr id="47107" name="Picture 13">
            <a:extLst>
              <a:ext uri="{FF2B5EF4-FFF2-40B4-BE49-F238E27FC236}">
                <a16:creationId xmlns:a16="http://schemas.microsoft.com/office/drawing/2014/main" id="{74EFAD18-D163-F745-9F95-6E33A0BAF8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781550" y="1695450"/>
            <a:ext cx="3708400" cy="299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7108" name="Freeform 14">
            <a:extLst>
              <a:ext uri="{FF2B5EF4-FFF2-40B4-BE49-F238E27FC236}">
                <a16:creationId xmlns:a16="http://schemas.microsoft.com/office/drawing/2014/main" id="{23D1851D-D91B-2640-90E6-990242F0FE42}"/>
              </a:ext>
            </a:extLst>
          </p:cNvPr>
          <p:cNvSpPr>
            <a:spLocks/>
          </p:cNvSpPr>
          <p:nvPr/>
        </p:nvSpPr>
        <p:spPr bwMode="auto">
          <a:xfrm>
            <a:off x="5319713" y="2251075"/>
            <a:ext cx="2986087" cy="103188"/>
          </a:xfrm>
          <a:custGeom>
            <a:avLst/>
            <a:gdLst>
              <a:gd name="T0" fmla="*/ 0 w 1599"/>
              <a:gd name="T1" fmla="*/ 2147483646 h 55"/>
              <a:gd name="T2" fmla="*/ 2147483646 w 1599"/>
              <a:gd name="T3" fmla="*/ 2147483646 h 55"/>
              <a:gd name="T4" fmla="*/ 2147483646 w 1599"/>
              <a:gd name="T5" fmla="*/ 2147483646 h 55"/>
              <a:gd name="T6" fmla="*/ 2147483646 w 1599"/>
              <a:gd name="T7" fmla="*/ 2147483646 h 55"/>
              <a:gd name="T8" fmla="*/ 2147483646 w 1599"/>
              <a:gd name="T9" fmla="*/ 2147483646 h 55"/>
              <a:gd name="T10" fmla="*/ 2147483646 w 1599"/>
              <a:gd name="T11" fmla="*/ 2147483646 h 55"/>
              <a:gd name="T12" fmla="*/ 2147483646 w 1599"/>
              <a:gd name="T13" fmla="*/ 2147483646 h 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599"/>
              <a:gd name="T22" fmla="*/ 0 h 55"/>
              <a:gd name="T23" fmla="*/ 1599 w 1599"/>
              <a:gd name="T24" fmla="*/ 55 h 5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599" h="55">
                <a:moveTo>
                  <a:pt x="0" y="55"/>
                </a:moveTo>
                <a:cubicBezTo>
                  <a:pt x="33" y="46"/>
                  <a:pt x="66" y="38"/>
                  <a:pt x="96" y="31"/>
                </a:cubicBezTo>
                <a:cubicBezTo>
                  <a:pt x="126" y="24"/>
                  <a:pt x="155" y="15"/>
                  <a:pt x="183" y="12"/>
                </a:cubicBezTo>
                <a:cubicBezTo>
                  <a:pt x="211" y="9"/>
                  <a:pt x="223" y="14"/>
                  <a:pt x="264" y="12"/>
                </a:cubicBezTo>
                <a:cubicBezTo>
                  <a:pt x="305" y="10"/>
                  <a:pt x="350" y="4"/>
                  <a:pt x="432" y="2"/>
                </a:cubicBezTo>
                <a:cubicBezTo>
                  <a:pt x="514" y="0"/>
                  <a:pt x="565" y="2"/>
                  <a:pt x="759" y="2"/>
                </a:cubicBezTo>
                <a:cubicBezTo>
                  <a:pt x="953" y="2"/>
                  <a:pt x="1459" y="2"/>
                  <a:pt x="1599" y="2"/>
                </a:cubicBezTo>
              </a:path>
            </a:pathLst>
          </a:cu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7109" name="Freeform 15">
            <a:extLst>
              <a:ext uri="{FF2B5EF4-FFF2-40B4-BE49-F238E27FC236}">
                <a16:creationId xmlns:a16="http://schemas.microsoft.com/office/drawing/2014/main" id="{45556E42-32A7-8A40-B900-7F2906E5A020}"/>
              </a:ext>
            </a:extLst>
          </p:cNvPr>
          <p:cNvSpPr>
            <a:spLocks/>
          </p:cNvSpPr>
          <p:nvPr/>
        </p:nvSpPr>
        <p:spPr bwMode="auto">
          <a:xfrm>
            <a:off x="5338763" y="3679825"/>
            <a:ext cx="2967037" cy="223838"/>
          </a:xfrm>
          <a:custGeom>
            <a:avLst/>
            <a:gdLst>
              <a:gd name="T0" fmla="*/ 0 w 1589"/>
              <a:gd name="T1" fmla="*/ 0 h 120"/>
              <a:gd name="T2" fmla="*/ 2147483646 w 1589"/>
              <a:gd name="T3" fmla="*/ 2147483646 h 120"/>
              <a:gd name="T4" fmla="*/ 2147483646 w 1589"/>
              <a:gd name="T5" fmla="*/ 2147483646 h 120"/>
              <a:gd name="T6" fmla="*/ 2147483646 w 1589"/>
              <a:gd name="T7" fmla="*/ 2147483646 h 120"/>
              <a:gd name="T8" fmla="*/ 2147483646 w 1589"/>
              <a:gd name="T9" fmla="*/ 2147483646 h 120"/>
              <a:gd name="T10" fmla="*/ 2147483646 w 1589"/>
              <a:gd name="T11" fmla="*/ 2147483646 h 120"/>
              <a:gd name="T12" fmla="*/ 2147483646 w 1589"/>
              <a:gd name="T13" fmla="*/ 2147483646 h 12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589"/>
              <a:gd name="T22" fmla="*/ 0 h 120"/>
              <a:gd name="T23" fmla="*/ 1589 w 1589"/>
              <a:gd name="T24" fmla="*/ 120 h 120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589" h="120">
                <a:moveTo>
                  <a:pt x="0" y="0"/>
                </a:moveTo>
                <a:cubicBezTo>
                  <a:pt x="28" y="20"/>
                  <a:pt x="57" y="40"/>
                  <a:pt x="86" y="53"/>
                </a:cubicBezTo>
                <a:cubicBezTo>
                  <a:pt x="115" y="66"/>
                  <a:pt x="144" y="71"/>
                  <a:pt x="173" y="77"/>
                </a:cubicBezTo>
                <a:cubicBezTo>
                  <a:pt x="202" y="83"/>
                  <a:pt x="217" y="84"/>
                  <a:pt x="259" y="87"/>
                </a:cubicBezTo>
                <a:cubicBezTo>
                  <a:pt x="301" y="90"/>
                  <a:pt x="341" y="92"/>
                  <a:pt x="427" y="96"/>
                </a:cubicBezTo>
                <a:cubicBezTo>
                  <a:pt x="513" y="100"/>
                  <a:pt x="579" y="107"/>
                  <a:pt x="773" y="111"/>
                </a:cubicBezTo>
                <a:cubicBezTo>
                  <a:pt x="967" y="115"/>
                  <a:pt x="1278" y="117"/>
                  <a:pt x="1589" y="120"/>
                </a:cubicBezTo>
              </a:path>
            </a:pathLst>
          </a:custGeom>
          <a:noFill/>
          <a:ln w="28575">
            <a:solidFill>
              <a:srgbClr val="33CC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7110" name="Freeform 16">
            <a:extLst>
              <a:ext uri="{FF2B5EF4-FFF2-40B4-BE49-F238E27FC236}">
                <a16:creationId xmlns:a16="http://schemas.microsoft.com/office/drawing/2014/main" id="{09B8E5F2-C008-2A44-8BE3-7B1B8B306909}"/>
              </a:ext>
            </a:extLst>
          </p:cNvPr>
          <p:cNvSpPr>
            <a:spLocks/>
          </p:cNvSpPr>
          <p:nvPr/>
        </p:nvSpPr>
        <p:spPr bwMode="auto">
          <a:xfrm>
            <a:off x="5338763" y="3932238"/>
            <a:ext cx="2967037" cy="384175"/>
          </a:xfrm>
          <a:custGeom>
            <a:avLst/>
            <a:gdLst>
              <a:gd name="T0" fmla="*/ 0 w 1589"/>
              <a:gd name="T1" fmla="*/ 2147483646 h 206"/>
              <a:gd name="T2" fmla="*/ 2147483646 w 1589"/>
              <a:gd name="T3" fmla="*/ 2147483646 h 206"/>
              <a:gd name="T4" fmla="*/ 2147483646 w 1589"/>
              <a:gd name="T5" fmla="*/ 2147483646 h 206"/>
              <a:gd name="T6" fmla="*/ 2147483646 w 1589"/>
              <a:gd name="T7" fmla="*/ 2147483646 h 206"/>
              <a:gd name="T8" fmla="*/ 2147483646 w 1589"/>
              <a:gd name="T9" fmla="*/ 2147483646 h 206"/>
              <a:gd name="T10" fmla="*/ 2147483646 w 1589"/>
              <a:gd name="T11" fmla="*/ 2147483646 h 206"/>
              <a:gd name="T12" fmla="*/ 2147483646 w 1589"/>
              <a:gd name="T13" fmla="*/ 0 h 20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589"/>
              <a:gd name="T22" fmla="*/ 0 h 206"/>
              <a:gd name="T23" fmla="*/ 1589 w 1589"/>
              <a:gd name="T24" fmla="*/ 206 h 20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589" h="206">
                <a:moveTo>
                  <a:pt x="0" y="206"/>
                </a:moveTo>
                <a:cubicBezTo>
                  <a:pt x="30" y="163"/>
                  <a:pt x="60" y="121"/>
                  <a:pt x="91" y="96"/>
                </a:cubicBezTo>
                <a:cubicBezTo>
                  <a:pt x="122" y="71"/>
                  <a:pt x="159" y="68"/>
                  <a:pt x="187" y="57"/>
                </a:cubicBezTo>
                <a:cubicBezTo>
                  <a:pt x="215" y="46"/>
                  <a:pt x="218" y="38"/>
                  <a:pt x="259" y="33"/>
                </a:cubicBezTo>
                <a:cubicBezTo>
                  <a:pt x="300" y="28"/>
                  <a:pt x="349" y="28"/>
                  <a:pt x="432" y="24"/>
                </a:cubicBezTo>
                <a:cubicBezTo>
                  <a:pt x="515" y="20"/>
                  <a:pt x="565" y="13"/>
                  <a:pt x="758" y="9"/>
                </a:cubicBezTo>
                <a:cubicBezTo>
                  <a:pt x="951" y="5"/>
                  <a:pt x="1451" y="1"/>
                  <a:pt x="1589" y="0"/>
                </a:cubicBezTo>
              </a:path>
            </a:pathLst>
          </a:custGeom>
          <a:noFill/>
          <a:ln w="2857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7111" name="Line 17">
            <a:extLst>
              <a:ext uri="{FF2B5EF4-FFF2-40B4-BE49-F238E27FC236}">
                <a16:creationId xmlns:a16="http://schemas.microsoft.com/office/drawing/2014/main" id="{B21A5A86-96F7-4F40-AF61-3B7CA902FBCB}"/>
              </a:ext>
            </a:extLst>
          </p:cNvPr>
          <p:cNvSpPr>
            <a:spLocks noChangeShapeType="1"/>
          </p:cNvSpPr>
          <p:nvPr/>
        </p:nvSpPr>
        <p:spPr bwMode="auto">
          <a:xfrm>
            <a:off x="5154613" y="1755775"/>
            <a:ext cx="0" cy="27828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7112" name="Line 18">
            <a:extLst>
              <a:ext uri="{FF2B5EF4-FFF2-40B4-BE49-F238E27FC236}">
                <a16:creationId xmlns:a16="http://schemas.microsoft.com/office/drawing/2014/main" id="{18D22C89-C9A2-0046-89C1-96E80F37A916}"/>
              </a:ext>
            </a:extLst>
          </p:cNvPr>
          <p:cNvSpPr>
            <a:spLocks noChangeShapeType="1"/>
          </p:cNvSpPr>
          <p:nvPr/>
        </p:nvSpPr>
        <p:spPr bwMode="auto">
          <a:xfrm>
            <a:off x="5159375" y="4110038"/>
            <a:ext cx="314642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7113" name="Line 19">
            <a:extLst>
              <a:ext uri="{FF2B5EF4-FFF2-40B4-BE49-F238E27FC236}">
                <a16:creationId xmlns:a16="http://schemas.microsoft.com/office/drawing/2014/main" id="{1676994C-F368-E447-93DC-FE1488A3AF97}"/>
              </a:ext>
            </a:extLst>
          </p:cNvPr>
          <p:cNvSpPr>
            <a:spLocks noChangeShapeType="1"/>
          </p:cNvSpPr>
          <p:nvPr/>
        </p:nvSpPr>
        <p:spPr bwMode="auto">
          <a:xfrm>
            <a:off x="5335588" y="1779588"/>
            <a:ext cx="0" cy="11477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7114" name="Line 20">
            <a:extLst>
              <a:ext uri="{FF2B5EF4-FFF2-40B4-BE49-F238E27FC236}">
                <a16:creationId xmlns:a16="http://schemas.microsoft.com/office/drawing/2014/main" id="{22FEED99-F165-2F4F-A2C8-C77C3F3544DC}"/>
              </a:ext>
            </a:extLst>
          </p:cNvPr>
          <p:cNvSpPr>
            <a:spLocks noChangeShapeType="1"/>
          </p:cNvSpPr>
          <p:nvPr/>
        </p:nvSpPr>
        <p:spPr bwMode="auto">
          <a:xfrm>
            <a:off x="5497513" y="3960813"/>
            <a:ext cx="0" cy="2968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7115" name="Rectangle 21">
            <a:extLst>
              <a:ext uri="{FF2B5EF4-FFF2-40B4-BE49-F238E27FC236}">
                <a16:creationId xmlns:a16="http://schemas.microsoft.com/office/drawing/2014/main" id="{F2F84951-FE07-6D44-BEDE-86ED04F13E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75463" y="2987675"/>
            <a:ext cx="1522412" cy="6191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800">
              <a:solidFill>
                <a:srgbClr val="000000"/>
              </a:solidFill>
            </a:endParaRPr>
          </a:p>
        </p:txBody>
      </p:sp>
      <p:sp>
        <p:nvSpPr>
          <p:cNvPr id="47116" name="Text Box 22">
            <a:extLst>
              <a:ext uri="{FF2B5EF4-FFF2-40B4-BE49-F238E27FC236}">
                <a16:creationId xmlns:a16="http://schemas.microsoft.com/office/drawing/2014/main" id="{33D99EA0-7CD2-2743-B3D7-52E030A374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13500" y="4298950"/>
            <a:ext cx="620713" cy="33813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00"/>
                </a:solidFill>
                <a:latin typeface="Arial" panose="020B0604020202020204" pitchFamily="34" charset="0"/>
              </a:rPr>
              <a:t>SNR</a:t>
            </a:r>
          </a:p>
        </p:txBody>
      </p:sp>
      <p:sp>
        <p:nvSpPr>
          <p:cNvPr id="47117" name="Text Box 23">
            <a:extLst>
              <a:ext uri="{FF2B5EF4-FFF2-40B4-BE49-F238E27FC236}">
                <a16:creationId xmlns:a16="http://schemas.microsoft.com/office/drawing/2014/main" id="{9D2A0A57-E8AD-2544-A4E4-CA16B8D9B76A}"/>
              </a:ext>
            </a:extLst>
          </p:cNvPr>
          <p:cNvSpPr txBox="1">
            <a:spLocks noChangeArrowheads="1"/>
          </p:cNvSpPr>
          <p:nvPr/>
        </p:nvSpPr>
        <p:spPr bwMode="auto">
          <a:xfrm rot="-5400000">
            <a:off x="4102895" y="2955131"/>
            <a:ext cx="1185862" cy="3397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00"/>
                </a:solidFill>
                <a:latin typeface="Arial" panose="020B0604020202020204" pitchFamily="34" charset="0"/>
              </a:rPr>
              <a:t>Diffusivity</a:t>
            </a:r>
          </a:p>
        </p:txBody>
      </p:sp>
      <p:sp>
        <p:nvSpPr>
          <p:cNvPr id="47118" name="Rectangle 24">
            <a:extLst>
              <a:ext uri="{FF2B5EF4-FFF2-40B4-BE49-F238E27FC236}">
                <a16:creationId xmlns:a16="http://schemas.microsoft.com/office/drawing/2014/main" id="{3A62BA2F-2A6F-D447-A216-66E8176E0E6A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685800" y="149225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Low SNR Biases DTI </a:t>
            </a:r>
          </a:p>
        </p:txBody>
      </p:sp>
      <p:sp>
        <p:nvSpPr>
          <p:cNvPr id="47119" name="Text Box 25">
            <a:extLst>
              <a:ext uri="{FF2B5EF4-FFF2-40B4-BE49-F238E27FC236}">
                <a16:creationId xmlns:a16="http://schemas.microsoft.com/office/drawing/2014/main" id="{56B299E9-6F2D-5B49-BE14-4F3C0AF426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46850" y="5842000"/>
            <a:ext cx="244951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b="0">
                <a:solidFill>
                  <a:srgbClr val="000000"/>
                </a:solidFill>
                <a:latin typeface="Arial" panose="020B0604020202020204" pitchFamily="34" charset="0"/>
              </a:rPr>
              <a:t>Adapted from Pierpaoli et al.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b="0">
                <a:solidFill>
                  <a:srgbClr val="000000"/>
                </a:solidFill>
                <a:latin typeface="Arial" panose="020B0604020202020204" pitchFamily="34" charset="0"/>
              </a:rPr>
              <a:t>MRM 1996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9A671DD8-A755-5C4F-BFAF-EBF2F3AE59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9613" y="2720975"/>
            <a:ext cx="931862" cy="981075"/>
          </a:xfrm>
          <a:prstGeom prst="ellipse">
            <a:avLst/>
          </a:prstGeom>
          <a:solidFill>
            <a:schemeClr val="accent1">
              <a:alpha val="30196"/>
            </a:schemeClr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800">
              <a:solidFill>
                <a:srgbClr val="000000"/>
              </a:solidFill>
            </a:endParaRPr>
          </a:p>
        </p:txBody>
      </p:sp>
      <p:sp>
        <p:nvSpPr>
          <p:cNvPr id="47121" name="TextBox 1">
            <a:extLst>
              <a:ext uri="{FF2B5EF4-FFF2-40B4-BE49-F238E27FC236}">
                <a16:creationId xmlns:a16="http://schemas.microsoft.com/office/drawing/2014/main" id="{BD7EBC43-4A5E-F24E-A817-9558D2331D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9388" y="5224463"/>
            <a:ext cx="449103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/>
              <a:t>SNR = Signal to Noise Ratio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0E27BD9B-967B-B449-AD15-F5A3AFA9EF91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501650" y="2032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DTI &amp; SNR</a:t>
            </a:r>
          </a:p>
        </p:txBody>
      </p:sp>
      <p:pic>
        <p:nvPicPr>
          <p:cNvPr id="48131" name="Picture 3">
            <a:extLst>
              <a:ext uri="{FF2B5EF4-FFF2-40B4-BE49-F238E27FC236}">
                <a16:creationId xmlns:a16="http://schemas.microsoft.com/office/drawing/2014/main" id="{5AF4838F-957F-C344-9F58-BBDCA3A7AC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296988" y="2049463"/>
            <a:ext cx="3328987" cy="292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8132" name="Text Box 4">
            <a:extLst>
              <a:ext uri="{FF2B5EF4-FFF2-40B4-BE49-F238E27FC236}">
                <a16:creationId xmlns:a16="http://schemas.microsoft.com/office/drawing/2014/main" id="{3D3C1950-2527-EE44-B946-79D41B9AAC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01938" y="4710113"/>
            <a:ext cx="620712" cy="33813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Arial" panose="020B0604020202020204" pitchFamily="34" charset="0"/>
              </a:rPr>
              <a:t>SNR</a:t>
            </a:r>
          </a:p>
        </p:txBody>
      </p:sp>
      <p:sp>
        <p:nvSpPr>
          <p:cNvPr id="48133" name="Text Box 5">
            <a:extLst>
              <a:ext uri="{FF2B5EF4-FFF2-40B4-BE49-F238E27FC236}">
                <a16:creationId xmlns:a16="http://schemas.microsoft.com/office/drawing/2014/main" id="{EED60D2E-C402-BD45-A4A8-BB800F2572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5963" y="3127375"/>
            <a:ext cx="633412" cy="9540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>
                <a:latin typeface="Arial" panose="020B0604020202020204" pitchFamily="34" charset="0"/>
              </a:rPr>
              <a:t>FA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800">
              <a:latin typeface="Arial" panose="020B0604020202020204" pitchFamily="34" charset="0"/>
            </a:endParaRPr>
          </a:p>
        </p:txBody>
      </p:sp>
      <p:sp>
        <p:nvSpPr>
          <p:cNvPr id="48134" name="Line 6">
            <a:extLst>
              <a:ext uri="{FF2B5EF4-FFF2-40B4-BE49-F238E27FC236}">
                <a16:creationId xmlns:a16="http://schemas.microsoft.com/office/drawing/2014/main" id="{DD85E14D-7289-5F42-A383-6FF76C82E600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727200" y="2249488"/>
            <a:ext cx="19050" cy="21780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8135" name="Line 7">
            <a:extLst>
              <a:ext uri="{FF2B5EF4-FFF2-40B4-BE49-F238E27FC236}">
                <a16:creationId xmlns:a16="http://schemas.microsoft.com/office/drawing/2014/main" id="{A0AE3060-D57D-2E40-8C64-7D85E86EADF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746250" y="4414838"/>
            <a:ext cx="2673350" cy="158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8136" name="Freeform 8">
            <a:extLst>
              <a:ext uri="{FF2B5EF4-FFF2-40B4-BE49-F238E27FC236}">
                <a16:creationId xmlns:a16="http://schemas.microsoft.com/office/drawing/2014/main" id="{4DFD967C-7EB7-B243-879F-FA79C56999C1}"/>
              </a:ext>
            </a:extLst>
          </p:cNvPr>
          <p:cNvSpPr>
            <a:spLocks/>
          </p:cNvSpPr>
          <p:nvPr/>
        </p:nvSpPr>
        <p:spPr bwMode="auto">
          <a:xfrm>
            <a:off x="1866900" y="2312988"/>
            <a:ext cx="2544763" cy="788987"/>
          </a:xfrm>
          <a:custGeom>
            <a:avLst/>
            <a:gdLst>
              <a:gd name="T0" fmla="*/ 0 w 1603"/>
              <a:gd name="T1" fmla="*/ 0 h 497"/>
              <a:gd name="T2" fmla="*/ 2147483646 w 1603"/>
              <a:gd name="T3" fmla="*/ 2147483646 h 497"/>
              <a:gd name="T4" fmla="*/ 2147483646 w 1603"/>
              <a:gd name="T5" fmla="*/ 2147483646 h 497"/>
              <a:gd name="T6" fmla="*/ 2147483646 w 1603"/>
              <a:gd name="T7" fmla="*/ 2147483646 h 497"/>
              <a:gd name="T8" fmla="*/ 2147483646 w 1603"/>
              <a:gd name="T9" fmla="*/ 2147483646 h 497"/>
              <a:gd name="T10" fmla="*/ 2147483646 w 1603"/>
              <a:gd name="T11" fmla="*/ 2147483646 h 497"/>
              <a:gd name="T12" fmla="*/ 2147483646 w 1603"/>
              <a:gd name="T13" fmla="*/ 2147483646 h 497"/>
              <a:gd name="T14" fmla="*/ 2147483646 w 1603"/>
              <a:gd name="T15" fmla="*/ 2147483646 h 497"/>
              <a:gd name="T16" fmla="*/ 2147483646 w 1603"/>
              <a:gd name="T17" fmla="*/ 2147483646 h 497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1603"/>
              <a:gd name="T28" fmla="*/ 0 h 497"/>
              <a:gd name="T29" fmla="*/ 1603 w 1603"/>
              <a:gd name="T30" fmla="*/ 497 h 497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1603" h="497">
                <a:moveTo>
                  <a:pt x="0" y="0"/>
                </a:moveTo>
                <a:cubicBezTo>
                  <a:pt x="25" y="89"/>
                  <a:pt x="50" y="178"/>
                  <a:pt x="90" y="244"/>
                </a:cubicBezTo>
                <a:cubicBezTo>
                  <a:pt x="130" y="310"/>
                  <a:pt x="189" y="364"/>
                  <a:pt x="242" y="398"/>
                </a:cubicBezTo>
                <a:cubicBezTo>
                  <a:pt x="295" y="432"/>
                  <a:pt x="352" y="437"/>
                  <a:pt x="406" y="450"/>
                </a:cubicBezTo>
                <a:cubicBezTo>
                  <a:pt x="460" y="463"/>
                  <a:pt x="489" y="468"/>
                  <a:pt x="568" y="474"/>
                </a:cubicBezTo>
                <a:cubicBezTo>
                  <a:pt x="647" y="480"/>
                  <a:pt x="774" y="485"/>
                  <a:pt x="880" y="488"/>
                </a:cubicBezTo>
                <a:cubicBezTo>
                  <a:pt x="986" y="491"/>
                  <a:pt x="1096" y="493"/>
                  <a:pt x="1206" y="494"/>
                </a:cubicBezTo>
                <a:cubicBezTo>
                  <a:pt x="1316" y="495"/>
                  <a:pt x="1473" y="497"/>
                  <a:pt x="1538" y="496"/>
                </a:cubicBezTo>
                <a:cubicBezTo>
                  <a:pt x="1603" y="495"/>
                  <a:pt x="1600" y="492"/>
                  <a:pt x="1598" y="490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8137" name="Freeform 9">
            <a:extLst>
              <a:ext uri="{FF2B5EF4-FFF2-40B4-BE49-F238E27FC236}">
                <a16:creationId xmlns:a16="http://schemas.microsoft.com/office/drawing/2014/main" id="{16C5FC4E-3AAE-9440-AF5C-C769B12C9A8D}"/>
              </a:ext>
            </a:extLst>
          </p:cNvPr>
          <p:cNvSpPr>
            <a:spLocks/>
          </p:cNvSpPr>
          <p:nvPr/>
        </p:nvSpPr>
        <p:spPr bwMode="auto">
          <a:xfrm>
            <a:off x="1863725" y="2255838"/>
            <a:ext cx="2540000" cy="266700"/>
          </a:xfrm>
          <a:custGeom>
            <a:avLst/>
            <a:gdLst>
              <a:gd name="T0" fmla="*/ 0 w 1600"/>
              <a:gd name="T1" fmla="*/ 0 h 168"/>
              <a:gd name="T2" fmla="*/ 2147483646 w 1600"/>
              <a:gd name="T3" fmla="*/ 2147483646 h 168"/>
              <a:gd name="T4" fmla="*/ 2147483646 w 1600"/>
              <a:gd name="T5" fmla="*/ 2147483646 h 168"/>
              <a:gd name="T6" fmla="*/ 2147483646 w 1600"/>
              <a:gd name="T7" fmla="*/ 2147483646 h 168"/>
              <a:gd name="T8" fmla="*/ 2147483646 w 1600"/>
              <a:gd name="T9" fmla="*/ 2147483646 h 168"/>
              <a:gd name="T10" fmla="*/ 2147483646 w 1600"/>
              <a:gd name="T11" fmla="*/ 2147483646 h 168"/>
              <a:gd name="T12" fmla="*/ 2147483646 w 1600"/>
              <a:gd name="T13" fmla="*/ 2147483646 h 168"/>
              <a:gd name="T14" fmla="*/ 2147483646 w 1600"/>
              <a:gd name="T15" fmla="*/ 2147483646 h 168"/>
              <a:gd name="T16" fmla="*/ 2147483646 w 1600"/>
              <a:gd name="T17" fmla="*/ 2147483646 h 168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1600"/>
              <a:gd name="T28" fmla="*/ 0 h 168"/>
              <a:gd name="T29" fmla="*/ 1600 w 1600"/>
              <a:gd name="T30" fmla="*/ 168 h 168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1600" h="168">
                <a:moveTo>
                  <a:pt x="0" y="0"/>
                </a:moveTo>
                <a:cubicBezTo>
                  <a:pt x="22" y="37"/>
                  <a:pt x="44" y="74"/>
                  <a:pt x="84" y="100"/>
                </a:cubicBezTo>
                <a:cubicBezTo>
                  <a:pt x="124" y="126"/>
                  <a:pt x="188" y="143"/>
                  <a:pt x="240" y="154"/>
                </a:cubicBezTo>
                <a:cubicBezTo>
                  <a:pt x="292" y="165"/>
                  <a:pt x="345" y="162"/>
                  <a:pt x="398" y="164"/>
                </a:cubicBezTo>
                <a:cubicBezTo>
                  <a:pt x="451" y="166"/>
                  <a:pt x="479" y="166"/>
                  <a:pt x="560" y="166"/>
                </a:cubicBezTo>
                <a:cubicBezTo>
                  <a:pt x="641" y="166"/>
                  <a:pt x="773" y="166"/>
                  <a:pt x="882" y="166"/>
                </a:cubicBezTo>
                <a:cubicBezTo>
                  <a:pt x="991" y="166"/>
                  <a:pt x="1104" y="166"/>
                  <a:pt x="1212" y="166"/>
                </a:cubicBezTo>
                <a:cubicBezTo>
                  <a:pt x="1320" y="166"/>
                  <a:pt x="1463" y="168"/>
                  <a:pt x="1528" y="168"/>
                </a:cubicBezTo>
                <a:cubicBezTo>
                  <a:pt x="1593" y="168"/>
                  <a:pt x="1596" y="166"/>
                  <a:pt x="1600" y="164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8138" name="Freeform 10">
            <a:extLst>
              <a:ext uri="{FF2B5EF4-FFF2-40B4-BE49-F238E27FC236}">
                <a16:creationId xmlns:a16="http://schemas.microsoft.com/office/drawing/2014/main" id="{8E81B8A2-1842-0742-9614-15A3F4A18091}"/>
              </a:ext>
            </a:extLst>
          </p:cNvPr>
          <p:cNvSpPr>
            <a:spLocks/>
          </p:cNvSpPr>
          <p:nvPr/>
        </p:nvSpPr>
        <p:spPr bwMode="auto">
          <a:xfrm>
            <a:off x="1863725" y="2312988"/>
            <a:ext cx="2524125" cy="417512"/>
          </a:xfrm>
          <a:custGeom>
            <a:avLst/>
            <a:gdLst>
              <a:gd name="T0" fmla="*/ 0 w 1590"/>
              <a:gd name="T1" fmla="*/ 0 h 263"/>
              <a:gd name="T2" fmla="*/ 2147483646 w 1590"/>
              <a:gd name="T3" fmla="*/ 2147483646 h 263"/>
              <a:gd name="T4" fmla="*/ 2147483646 w 1590"/>
              <a:gd name="T5" fmla="*/ 2147483646 h 263"/>
              <a:gd name="T6" fmla="*/ 2147483646 w 1590"/>
              <a:gd name="T7" fmla="*/ 2147483646 h 263"/>
              <a:gd name="T8" fmla="*/ 2147483646 w 1590"/>
              <a:gd name="T9" fmla="*/ 2147483646 h 263"/>
              <a:gd name="T10" fmla="*/ 2147483646 w 1590"/>
              <a:gd name="T11" fmla="*/ 2147483646 h 263"/>
              <a:gd name="T12" fmla="*/ 2147483646 w 1590"/>
              <a:gd name="T13" fmla="*/ 2147483646 h 263"/>
              <a:gd name="T14" fmla="*/ 2147483646 w 1590"/>
              <a:gd name="T15" fmla="*/ 2147483646 h 263"/>
              <a:gd name="T16" fmla="*/ 2147483646 w 1590"/>
              <a:gd name="T17" fmla="*/ 2147483646 h 263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1590"/>
              <a:gd name="T28" fmla="*/ 0 h 263"/>
              <a:gd name="T29" fmla="*/ 1590 w 1590"/>
              <a:gd name="T30" fmla="*/ 263 h 263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1590" h="263">
                <a:moveTo>
                  <a:pt x="0" y="0"/>
                </a:moveTo>
                <a:cubicBezTo>
                  <a:pt x="24" y="48"/>
                  <a:pt x="48" y="96"/>
                  <a:pt x="88" y="136"/>
                </a:cubicBezTo>
                <a:cubicBezTo>
                  <a:pt x="128" y="176"/>
                  <a:pt x="186" y="219"/>
                  <a:pt x="238" y="238"/>
                </a:cubicBezTo>
                <a:cubicBezTo>
                  <a:pt x="290" y="257"/>
                  <a:pt x="349" y="247"/>
                  <a:pt x="402" y="250"/>
                </a:cubicBezTo>
                <a:cubicBezTo>
                  <a:pt x="455" y="253"/>
                  <a:pt x="478" y="254"/>
                  <a:pt x="558" y="256"/>
                </a:cubicBezTo>
                <a:cubicBezTo>
                  <a:pt x="638" y="258"/>
                  <a:pt x="774" y="261"/>
                  <a:pt x="882" y="262"/>
                </a:cubicBezTo>
                <a:cubicBezTo>
                  <a:pt x="990" y="263"/>
                  <a:pt x="1097" y="260"/>
                  <a:pt x="1204" y="260"/>
                </a:cubicBezTo>
                <a:cubicBezTo>
                  <a:pt x="1311" y="260"/>
                  <a:pt x="1462" y="262"/>
                  <a:pt x="1526" y="262"/>
                </a:cubicBezTo>
                <a:cubicBezTo>
                  <a:pt x="1590" y="262"/>
                  <a:pt x="1578" y="260"/>
                  <a:pt x="1588" y="260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8139" name="Freeform 11">
            <a:extLst>
              <a:ext uri="{FF2B5EF4-FFF2-40B4-BE49-F238E27FC236}">
                <a16:creationId xmlns:a16="http://schemas.microsoft.com/office/drawing/2014/main" id="{BDA46DCA-C643-CF42-9EDD-E471E48453FA}"/>
              </a:ext>
            </a:extLst>
          </p:cNvPr>
          <p:cNvSpPr>
            <a:spLocks/>
          </p:cNvSpPr>
          <p:nvPr/>
        </p:nvSpPr>
        <p:spPr bwMode="auto">
          <a:xfrm>
            <a:off x="1857375" y="2392363"/>
            <a:ext cx="2541588" cy="1114425"/>
          </a:xfrm>
          <a:custGeom>
            <a:avLst/>
            <a:gdLst>
              <a:gd name="T0" fmla="*/ 0 w 1601"/>
              <a:gd name="T1" fmla="*/ 0 h 702"/>
              <a:gd name="T2" fmla="*/ 2147483646 w 1601"/>
              <a:gd name="T3" fmla="*/ 2147483646 h 702"/>
              <a:gd name="T4" fmla="*/ 2147483646 w 1601"/>
              <a:gd name="T5" fmla="*/ 2147483646 h 702"/>
              <a:gd name="T6" fmla="*/ 2147483646 w 1601"/>
              <a:gd name="T7" fmla="*/ 2147483646 h 702"/>
              <a:gd name="T8" fmla="*/ 2147483646 w 1601"/>
              <a:gd name="T9" fmla="*/ 2147483646 h 702"/>
              <a:gd name="T10" fmla="*/ 2147483646 w 1601"/>
              <a:gd name="T11" fmla="*/ 2147483646 h 702"/>
              <a:gd name="T12" fmla="*/ 2147483646 w 1601"/>
              <a:gd name="T13" fmla="*/ 2147483646 h 702"/>
              <a:gd name="T14" fmla="*/ 2147483646 w 1601"/>
              <a:gd name="T15" fmla="*/ 2147483646 h 702"/>
              <a:gd name="T16" fmla="*/ 2147483646 w 1601"/>
              <a:gd name="T17" fmla="*/ 2147483646 h 702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1601"/>
              <a:gd name="T28" fmla="*/ 0 h 702"/>
              <a:gd name="T29" fmla="*/ 1601 w 1601"/>
              <a:gd name="T30" fmla="*/ 702 h 702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1601" h="702">
                <a:moveTo>
                  <a:pt x="0" y="0"/>
                </a:moveTo>
                <a:cubicBezTo>
                  <a:pt x="22" y="80"/>
                  <a:pt x="44" y="160"/>
                  <a:pt x="86" y="244"/>
                </a:cubicBezTo>
                <a:cubicBezTo>
                  <a:pt x="128" y="328"/>
                  <a:pt x="197" y="442"/>
                  <a:pt x="250" y="504"/>
                </a:cubicBezTo>
                <a:cubicBezTo>
                  <a:pt x="303" y="566"/>
                  <a:pt x="353" y="589"/>
                  <a:pt x="406" y="614"/>
                </a:cubicBezTo>
                <a:cubicBezTo>
                  <a:pt x="459" y="639"/>
                  <a:pt x="489" y="641"/>
                  <a:pt x="570" y="654"/>
                </a:cubicBezTo>
                <a:cubicBezTo>
                  <a:pt x="651" y="667"/>
                  <a:pt x="786" y="682"/>
                  <a:pt x="894" y="690"/>
                </a:cubicBezTo>
                <a:cubicBezTo>
                  <a:pt x="1002" y="698"/>
                  <a:pt x="1113" y="698"/>
                  <a:pt x="1220" y="700"/>
                </a:cubicBezTo>
                <a:cubicBezTo>
                  <a:pt x="1327" y="702"/>
                  <a:pt x="1475" y="702"/>
                  <a:pt x="1538" y="702"/>
                </a:cubicBezTo>
                <a:cubicBezTo>
                  <a:pt x="1601" y="702"/>
                  <a:pt x="1600" y="702"/>
                  <a:pt x="1600" y="702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8140" name="Freeform 12">
            <a:extLst>
              <a:ext uri="{FF2B5EF4-FFF2-40B4-BE49-F238E27FC236}">
                <a16:creationId xmlns:a16="http://schemas.microsoft.com/office/drawing/2014/main" id="{FB2FD166-C47A-A943-8419-149DCE7ED2D4}"/>
              </a:ext>
            </a:extLst>
          </p:cNvPr>
          <p:cNvSpPr>
            <a:spLocks/>
          </p:cNvSpPr>
          <p:nvPr/>
        </p:nvSpPr>
        <p:spPr bwMode="auto">
          <a:xfrm>
            <a:off x="1854200" y="2446338"/>
            <a:ext cx="2603500" cy="1770062"/>
          </a:xfrm>
          <a:custGeom>
            <a:avLst/>
            <a:gdLst>
              <a:gd name="T0" fmla="*/ 0 w 1640"/>
              <a:gd name="T1" fmla="*/ 0 h 1115"/>
              <a:gd name="T2" fmla="*/ 2147483646 w 1640"/>
              <a:gd name="T3" fmla="*/ 2147483646 h 1115"/>
              <a:gd name="T4" fmla="*/ 2147483646 w 1640"/>
              <a:gd name="T5" fmla="*/ 2147483646 h 1115"/>
              <a:gd name="T6" fmla="*/ 2147483646 w 1640"/>
              <a:gd name="T7" fmla="*/ 2147483646 h 1115"/>
              <a:gd name="T8" fmla="*/ 2147483646 w 1640"/>
              <a:gd name="T9" fmla="*/ 2147483646 h 1115"/>
              <a:gd name="T10" fmla="*/ 2147483646 w 1640"/>
              <a:gd name="T11" fmla="*/ 2147483646 h 1115"/>
              <a:gd name="T12" fmla="*/ 2147483646 w 1640"/>
              <a:gd name="T13" fmla="*/ 2147483646 h 1115"/>
              <a:gd name="T14" fmla="*/ 2147483646 w 1640"/>
              <a:gd name="T15" fmla="*/ 2147483646 h 1115"/>
              <a:gd name="T16" fmla="*/ 2147483646 w 1640"/>
              <a:gd name="T17" fmla="*/ 2147483646 h 1115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1640"/>
              <a:gd name="T28" fmla="*/ 0 h 1115"/>
              <a:gd name="T29" fmla="*/ 1640 w 1640"/>
              <a:gd name="T30" fmla="*/ 1115 h 1115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1640" h="1115">
                <a:moveTo>
                  <a:pt x="0" y="0"/>
                </a:moveTo>
                <a:cubicBezTo>
                  <a:pt x="25" y="80"/>
                  <a:pt x="50" y="160"/>
                  <a:pt x="92" y="266"/>
                </a:cubicBezTo>
                <a:cubicBezTo>
                  <a:pt x="134" y="372"/>
                  <a:pt x="200" y="544"/>
                  <a:pt x="254" y="636"/>
                </a:cubicBezTo>
                <a:cubicBezTo>
                  <a:pt x="308" y="728"/>
                  <a:pt x="360" y="772"/>
                  <a:pt x="414" y="820"/>
                </a:cubicBezTo>
                <a:cubicBezTo>
                  <a:pt x="468" y="868"/>
                  <a:pt x="494" y="887"/>
                  <a:pt x="576" y="922"/>
                </a:cubicBezTo>
                <a:cubicBezTo>
                  <a:pt x="658" y="957"/>
                  <a:pt x="796" y="1003"/>
                  <a:pt x="904" y="1028"/>
                </a:cubicBezTo>
                <a:cubicBezTo>
                  <a:pt x="1012" y="1053"/>
                  <a:pt x="1120" y="1059"/>
                  <a:pt x="1226" y="1072"/>
                </a:cubicBezTo>
                <a:cubicBezTo>
                  <a:pt x="1332" y="1085"/>
                  <a:pt x="1473" y="1101"/>
                  <a:pt x="1542" y="1108"/>
                </a:cubicBezTo>
                <a:cubicBezTo>
                  <a:pt x="1611" y="1115"/>
                  <a:pt x="1625" y="1114"/>
                  <a:pt x="1640" y="1114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8141" name="Text Box 13">
            <a:extLst>
              <a:ext uri="{FF2B5EF4-FFF2-40B4-BE49-F238E27FC236}">
                <a16:creationId xmlns:a16="http://schemas.microsoft.com/office/drawing/2014/main" id="{ECC510A2-0EDF-7F47-B09F-663C120C9A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46850" y="5842000"/>
            <a:ext cx="244951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b="0">
                <a:latin typeface="Arial" panose="020B0604020202020204" pitchFamily="34" charset="0"/>
              </a:rPr>
              <a:t>Adapted from Pierpaoli et al.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b="0">
                <a:latin typeface="Arial" panose="020B0604020202020204" pitchFamily="34" charset="0"/>
              </a:rPr>
              <a:t>MRM 1996</a:t>
            </a:r>
          </a:p>
        </p:txBody>
      </p:sp>
      <p:sp>
        <p:nvSpPr>
          <p:cNvPr id="48142" name="TextBox 1">
            <a:extLst>
              <a:ext uri="{FF2B5EF4-FFF2-40B4-BE49-F238E27FC236}">
                <a16:creationId xmlns:a16="http://schemas.microsoft.com/office/drawing/2014/main" id="{231CC73D-9622-F444-A089-22D973B2BD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59338" y="2633663"/>
            <a:ext cx="3678237" cy="138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/>
              <a:t>Low SNR: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/>
              <a:t>Biased FA, eigenvalues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/>
              <a:t>Increase variance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B914738-E9BA-5747-932C-4D3ADE3E1675}"/>
              </a:ext>
            </a:extLst>
          </p:cNvPr>
          <p:cNvSpPr txBox="1"/>
          <p:nvPr/>
        </p:nvSpPr>
        <p:spPr>
          <a:xfrm>
            <a:off x="1135062" y="5180013"/>
            <a:ext cx="465907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0" dirty="0">
                <a:latin typeface="Helvetica" pitchFamily="2" charset="0"/>
              </a:rPr>
              <a:t>Low SNR: </a:t>
            </a:r>
          </a:p>
          <a:p>
            <a:r>
              <a:rPr lang="en-US" sz="2400" b="0" dirty="0">
                <a:latin typeface="Helvetica" pitchFamily="2" charset="0"/>
              </a:rPr>
              <a:t>resolution &lt; 1.5mm, long TE, high b-values, poor coil sensitivity </a:t>
            </a:r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>
            <a:extLst>
              <a:ext uri="{FF2B5EF4-FFF2-40B4-BE49-F238E27FC236}">
                <a16:creationId xmlns:a16="http://schemas.microsoft.com/office/drawing/2014/main" id="{CEAB94F6-40AD-3247-853A-B7B321E48B2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772400" cy="715963"/>
          </a:xfrm>
        </p:spPr>
        <p:txBody>
          <a:bodyPr/>
          <a:lstStyle/>
          <a:p>
            <a:pPr eaLnBrk="1" hangingPunct="1"/>
            <a:r>
              <a:rPr lang="en-US" altLang="en-US" sz="3600">
                <a:latin typeface="Comic Sans MS" panose="030F0902030302020204" pitchFamily="66" charset="0"/>
                <a:ea typeface="ＭＳ Ｐゴシック" panose="020B0600070205080204" pitchFamily="34" charset="-128"/>
              </a:rPr>
              <a:t>Variance Across Studies - FA</a:t>
            </a:r>
          </a:p>
        </p:txBody>
      </p:sp>
      <p:grpSp>
        <p:nvGrpSpPr>
          <p:cNvPr id="2" name="Group 3">
            <a:extLst>
              <a:ext uri="{FF2B5EF4-FFF2-40B4-BE49-F238E27FC236}">
                <a16:creationId xmlns:a16="http://schemas.microsoft.com/office/drawing/2014/main" id="{79A583A6-DCD1-4747-84AA-B0C237173661}"/>
              </a:ext>
            </a:extLst>
          </p:cNvPr>
          <p:cNvGrpSpPr>
            <a:grpSpLocks/>
          </p:cNvGrpSpPr>
          <p:nvPr/>
        </p:nvGrpSpPr>
        <p:grpSpPr bwMode="auto">
          <a:xfrm>
            <a:off x="731838" y="1276350"/>
            <a:ext cx="6354762" cy="4362450"/>
            <a:chOff x="624" y="720"/>
            <a:chExt cx="4003" cy="2748"/>
          </a:xfrm>
        </p:grpSpPr>
        <p:graphicFrame>
          <p:nvGraphicFramePr>
            <p:cNvPr id="49160" name="Object 2">
              <a:extLst>
                <a:ext uri="{FF2B5EF4-FFF2-40B4-BE49-F238E27FC236}">
                  <a16:creationId xmlns:a16="http://schemas.microsoft.com/office/drawing/2014/main" id="{789A326D-557A-FF44-B3CF-41B3706A247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24" y="720"/>
            <a:ext cx="4003" cy="27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177" name="Chart" r:id="rId4" imgW="4813300" imgH="3302000" progId="Excel.Chart.8">
                    <p:embed/>
                  </p:oleObj>
                </mc:Choice>
                <mc:Fallback>
                  <p:oleObj name="Chart" r:id="rId4" imgW="4813300" imgH="3302000" progId="Excel.Chart.8">
                    <p:embed/>
                    <p:pic>
                      <p:nvPicPr>
                        <p:cNvPr id="0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24" y="720"/>
                          <a:ext cx="4003" cy="274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>
                                    <a:alpha val="74997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9161" name="Line 5">
              <a:extLst>
                <a:ext uri="{FF2B5EF4-FFF2-40B4-BE49-F238E27FC236}">
                  <a16:creationId xmlns:a16="http://schemas.microsoft.com/office/drawing/2014/main" id="{1B77BBC2-199A-014C-B8F7-B6669E9A4A9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04" y="1950"/>
              <a:ext cx="3360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162" name="Line 6">
              <a:extLst>
                <a:ext uri="{FF2B5EF4-FFF2-40B4-BE49-F238E27FC236}">
                  <a16:creationId xmlns:a16="http://schemas.microsoft.com/office/drawing/2014/main" id="{243ED85B-3FF4-944A-9052-6D8D9DBB38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04" y="1528"/>
              <a:ext cx="3360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163" name="Line 7">
              <a:extLst>
                <a:ext uri="{FF2B5EF4-FFF2-40B4-BE49-F238E27FC236}">
                  <a16:creationId xmlns:a16="http://schemas.microsoft.com/office/drawing/2014/main" id="{8CB98DF9-6D52-284C-BC80-44C1404ED8D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22" y="2369"/>
              <a:ext cx="3360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9156" name="Text Box 8">
            <a:extLst>
              <a:ext uri="{FF2B5EF4-FFF2-40B4-BE49-F238E27FC236}">
                <a16:creationId xmlns:a16="http://schemas.microsoft.com/office/drawing/2014/main" id="{0EC2706E-D1F2-1345-AEE6-1C1F4A6B45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8400" y="5638800"/>
            <a:ext cx="2865438" cy="1077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Arial" panose="020B0604020202020204" pitchFamily="34" charset="0"/>
              </a:rPr>
              <a:t>Genu of Corpus Callosum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Arial" panose="020B0604020202020204" pitchFamily="34" charset="0"/>
              </a:rPr>
              <a:t>19 Published Studies (N &gt;=8)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Arial" panose="020B0604020202020204" pitchFamily="34" charset="0"/>
              </a:rPr>
              <a:t>Std Dev: 0.1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Arial" panose="020B0604020202020204" pitchFamily="34" charset="0"/>
              </a:rPr>
              <a:t>Range: 0.36           (2004)</a:t>
            </a:r>
          </a:p>
        </p:txBody>
      </p:sp>
      <p:pic>
        <p:nvPicPr>
          <p:cNvPr id="49157" name="Picture 9" descr="FA">
            <a:extLst>
              <a:ext uri="{FF2B5EF4-FFF2-40B4-BE49-F238E27FC236}">
                <a16:creationId xmlns:a16="http://schemas.microsoft.com/office/drawing/2014/main" id="{AAB300FC-D95B-4949-862B-33B19637F3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lum bright="24000" contrast="42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162800" y="2514600"/>
            <a:ext cx="1492250" cy="198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9158" name="Rectangle 10">
            <a:extLst>
              <a:ext uri="{FF2B5EF4-FFF2-40B4-BE49-F238E27FC236}">
                <a16:creationId xmlns:a16="http://schemas.microsoft.com/office/drawing/2014/main" id="{7DE65A2C-BC03-614C-B8DE-270F5FC08E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00988" y="3019425"/>
            <a:ext cx="117475" cy="77788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800">
              <a:solidFill>
                <a:srgbClr val="000000"/>
              </a:solidFill>
            </a:endParaRPr>
          </a:p>
        </p:txBody>
      </p:sp>
      <p:sp>
        <p:nvSpPr>
          <p:cNvPr id="49159" name="TextBox 2">
            <a:extLst>
              <a:ext uri="{FF2B5EF4-FFF2-40B4-BE49-F238E27FC236}">
                <a16:creationId xmlns:a16="http://schemas.microsoft.com/office/drawing/2014/main" id="{2662401E-0F23-EF4E-A741-2FAFAE27DD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0888" y="5721350"/>
            <a:ext cx="5421312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/>
              <a:t>Reported DTI values inconsistent!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>
            <a:extLst>
              <a:ext uri="{FF2B5EF4-FFF2-40B4-BE49-F238E27FC236}">
                <a16:creationId xmlns:a16="http://schemas.microsoft.com/office/drawing/2014/main" id="{66489412-CBDA-FF4B-A77E-AA4E6D2858A6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625475" y="236538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 b="1">
                <a:solidFill>
                  <a:srgbClr val="FF0000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rPr>
              <a:t>DTI Histograms</a:t>
            </a:r>
            <a:endParaRPr lang="en-US" altLang="en-US">
              <a:latin typeface="Comic Sans MS" panose="030F0902030302020204" pitchFamily="66" charset="0"/>
              <a:ea typeface="ＭＳ Ｐゴシック" panose="020B0600070205080204" pitchFamily="34" charset="-128"/>
            </a:endParaRPr>
          </a:p>
        </p:txBody>
      </p:sp>
      <p:sp>
        <p:nvSpPr>
          <p:cNvPr id="50179" name="Rectangle 3">
            <a:extLst>
              <a:ext uri="{FF2B5EF4-FFF2-40B4-BE49-F238E27FC236}">
                <a16:creationId xmlns:a16="http://schemas.microsoft.com/office/drawing/2014/main" id="{09561655-FA82-524E-97A2-9336C7ED7A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66875" y="2300288"/>
            <a:ext cx="91440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800"/>
          </a:p>
        </p:txBody>
      </p:sp>
      <p:pic>
        <p:nvPicPr>
          <p:cNvPr id="50180" name="Picture 4" descr="FA">
            <a:extLst>
              <a:ext uri="{FF2B5EF4-FFF2-40B4-BE49-F238E27FC236}">
                <a16:creationId xmlns:a16="http://schemas.microsoft.com/office/drawing/2014/main" id="{F9D5180A-4CEE-D548-B47D-E171BE8262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lum bright="24000" contrast="42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752600" y="4724400"/>
            <a:ext cx="1181100" cy="156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50181" name="Object 2">
            <a:extLst>
              <a:ext uri="{FF2B5EF4-FFF2-40B4-BE49-F238E27FC236}">
                <a16:creationId xmlns:a16="http://schemas.microsoft.com/office/drawing/2014/main" id="{40068B94-7626-164D-B6A9-537D48B08B9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2400" y="1370013"/>
          <a:ext cx="4397375" cy="3224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11" name="SPW 9.0 Graph" r:id="rId5" imgW="56819800" imgH="41668700" progId="SigmaPlotGraphicObject.8">
                  <p:embed/>
                </p:oleObj>
              </mc:Choice>
              <mc:Fallback>
                <p:oleObj name="SPW 9.0 Graph" r:id="rId5" imgW="56819800" imgH="41668700" progId="SigmaPlotGraphicObjec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1370013"/>
                        <a:ext cx="4397375" cy="3224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82" name="Object 3">
            <a:extLst>
              <a:ext uri="{FF2B5EF4-FFF2-40B4-BE49-F238E27FC236}">
                <a16:creationId xmlns:a16="http://schemas.microsoft.com/office/drawing/2014/main" id="{997D8F85-2FDD-3140-AC33-F34AFA1C67E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72000" y="1371600"/>
          <a:ext cx="4343400" cy="3222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12" name="SPW 9.0 Graph" r:id="rId7" imgW="56121300" imgH="41668700" progId="SigmaPlotGraphicObject.8">
                  <p:embed/>
                </p:oleObj>
              </mc:Choice>
              <mc:Fallback>
                <p:oleObj name="SPW 9.0 Graph" r:id="rId7" imgW="56121300" imgH="41668700" progId="SigmaPlotGraphicObject.8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1371600"/>
                        <a:ext cx="4343400" cy="3222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0183" name="Picture 7" descr="evalues">
            <a:extLst>
              <a:ext uri="{FF2B5EF4-FFF2-40B4-BE49-F238E27FC236}">
                <a16:creationId xmlns:a16="http://schemas.microsoft.com/office/drawing/2014/main" id="{B4933510-2896-3F4D-9A46-9DA774B859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lum bright="30000" contrast="42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248400" y="4648200"/>
            <a:ext cx="1163638" cy="1573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70376" name="Line 8">
            <a:extLst>
              <a:ext uri="{FF2B5EF4-FFF2-40B4-BE49-F238E27FC236}">
                <a16:creationId xmlns:a16="http://schemas.microsoft.com/office/drawing/2014/main" id="{C5547C5E-A507-1644-9F88-A35959AA05A2}"/>
              </a:ext>
            </a:extLst>
          </p:cNvPr>
          <p:cNvSpPr>
            <a:spLocks noChangeShapeType="1"/>
          </p:cNvSpPr>
          <p:nvPr/>
        </p:nvSpPr>
        <p:spPr bwMode="auto">
          <a:xfrm>
            <a:off x="1447800" y="3200400"/>
            <a:ext cx="23622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703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703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2610BD82-B275-8243-AEF7-8DB32010CA58}"/>
              </a:ext>
            </a:extLst>
          </p:cNvPr>
          <p:cNvGrpSpPr>
            <a:grpSpLocks/>
          </p:cNvGrpSpPr>
          <p:nvPr/>
        </p:nvGrpSpPr>
        <p:grpSpPr bwMode="auto">
          <a:xfrm>
            <a:off x="128588" y="2774950"/>
            <a:ext cx="1905000" cy="2297113"/>
            <a:chOff x="336" y="240"/>
            <a:chExt cx="1200" cy="1447"/>
          </a:xfrm>
        </p:grpSpPr>
        <p:grpSp>
          <p:nvGrpSpPr>
            <p:cNvPr id="52498" name="Group 3">
              <a:extLst>
                <a:ext uri="{FF2B5EF4-FFF2-40B4-BE49-F238E27FC236}">
                  <a16:creationId xmlns:a16="http://schemas.microsoft.com/office/drawing/2014/main" id="{012F49F9-8CF0-0F4C-8070-354A86FCF50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6" y="240"/>
              <a:ext cx="1200" cy="1200"/>
              <a:chOff x="2280" y="1560"/>
              <a:chExt cx="1200" cy="1200"/>
            </a:xfrm>
          </p:grpSpPr>
          <p:sp>
            <p:nvSpPr>
              <p:cNvPr id="52500" name="Rectangle 4">
                <a:extLst>
                  <a:ext uri="{FF2B5EF4-FFF2-40B4-BE49-F238E27FC236}">
                    <a16:creationId xmlns:a16="http://schemas.microsoft.com/office/drawing/2014/main" id="{9D22F0EB-5A12-1646-87AC-EF34244099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80" y="1560"/>
                <a:ext cx="1200" cy="1200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280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2501" name="Oval 5">
                <a:extLst>
                  <a:ext uri="{FF2B5EF4-FFF2-40B4-BE49-F238E27FC236}">
                    <a16:creationId xmlns:a16="http://schemas.microsoft.com/office/drawing/2014/main" id="{6DEE37C5-71DA-8E46-A67B-74F4B0E094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24" y="2004"/>
                <a:ext cx="312" cy="312"/>
              </a:xfrm>
              <a:prstGeom prst="ellipse">
                <a:avLst/>
              </a:prstGeom>
              <a:solidFill>
                <a:srgbClr val="FFFF99"/>
              </a:solidFill>
              <a:ln w="152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280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2502" name="Oval 6">
                <a:extLst>
                  <a:ext uri="{FF2B5EF4-FFF2-40B4-BE49-F238E27FC236}">
                    <a16:creationId xmlns:a16="http://schemas.microsoft.com/office/drawing/2014/main" id="{676B239D-0172-CF41-9C6D-9DE36E6FE5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22" y="1614"/>
                <a:ext cx="312" cy="312"/>
              </a:xfrm>
              <a:prstGeom prst="ellipse">
                <a:avLst/>
              </a:prstGeom>
              <a:solidFill>
                <a:srgbClr val="FFFF99"/>
              </a:solidFill>
              <a:ln w="152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280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2503" name="Oval 7">
                <a:extLst>
                  <a:ext uri="{FF2B5EF4-FFF2-40B4-BE49-F238E27FC236}">
                    <a16:creationId xmlns:a16="http://schemas.microsoft.com/office/drawing/2014/main" id="{F04F282B-0D16-C44C-A1C2-013DC9F520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24" y="2400"/>
                <a:ext cx="312" cy="312"/>
              </a:xfrm>
              <a:prstGeom prst="ellipse">
                <a:avLst/>
              </a:prstGeom>
              <a:solidFill>
                <a:srgbClr val="FFFF99"/>
              </a:solidFill>
              <a:ln w="152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280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2504" name="Oval 8">
                <a:extLst>
                  <a:ext uri="{FF2B5EF4-FFF2-40B4-BE49-F238E27FC236}">
                    <a16:creationId xmlns:a16="http://schemas.microsoft.com/office/drawing/2014/main" id="{3E1667D6-D992-5648-92BC-8AEC63B983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76" y="1810"/>
                <a:ext cx="312" cy="312"/>
              </a:xfrm>
              <a:prstGeom prst="ellipse">
                <a:avLst/>
              </a:prstGeom>
              <a:solidFill>
                <a:srgbClr val="FFFF99"/>
              </a:solidFill>
              <a:ln w="152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280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2505" name="Oval 9">
                <a:extLst>
                  <a:ext uri="{FF2B5EF4-FFF2-40B4-BE49-F238E27FC236}">
                    <a16:creationId xmlns:a16="http://schemas.microsoft.com/office/drawing/2014/main" id="{BBFAF1A4-8B2A-BA42-98EA-6AF80566AC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76" y="2208"/>
                <a:ext cx="312" cy="312"/>
              </a:xfrm>
              <a:prstGeom prst="ellipse">
                <a:avLst/>
              </a:prstGeom>
              <a:solidFill>
                <a:srgbClr val="FFFF99"/>
              </a:solidFill>
              <a:ln w="152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280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2506" name="Oval 10">
                <a:extLst>
                  <a:ext uri="{FF2B5EF4-FFF2-40B4-BE49-F238E27FC236}">
                    <a16:creationId xmlns:a16="http://schemas.microsoft.com/office/drawing/2014/main" id="{9DDDE329-7ED6-A748-A71B-9A8CE35238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68" y="1806"/>
                <a:ext cx="312" cy="312"/>
              </a:xfrm>
              <a:prstGeom prst="ellipse">
                <a:avLst/>
              </a:prstGeom>
              <a:solidFill>
                <a:srgbClr val="FFFF99"/>
              </a:solidFill>
              <a:ln w="152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280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2507" name="Oval 11">
                <a:extLst>
                  <a:ext uri="{FF2B5EF4-FFF2-40B4-BE49-F238E27FC236}">
                    <a16:creationId xmlns:a16="http://schemas.microsoft.com/office/drawing/2014/main" id="{A1882E69-9C4A-FA44-B8D6-66B2E91985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68" y="2204"/>
                <a:ext cx="312" cy="312"/>
              </a:xfrm>
              <a:prstGeom prst="ellipse">
                <a:avLst/>
              </a:prstGeom>
              <a:solidFill>
                <a:srgbClr val="FFFF99"/>
              </a:solidFill>
              <a:ln w="152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280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52499" name="Text Box 12">
              <a:extLst>
                <a:ext uri="{FF2B5EF4-FFF2-40B4-BE49-F238E27FC236}">
                  <a16:creationId xmlns:a16="http://schemas.microsoft.com/office/drawing/2014/main" id="{77645F50-DF07-0540-904B-2AD0C31823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" y="1456"/>
              <a:ext cx="74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800">
                  <a:solidFill>
                    <a:srgbClr val="000000"/>
                  </a:solidFill>
                  <a:latin typeface="Times New Roman" panose="02020603050405020304" pitchFamily="18" charset="0"/>
                </a:rPr>
                <a:t>NORMAL</a:t>
              </a:r>
            </a:p>
          </p:txBody>
        </p:sp>
      </p:grpSp>
      <p:grpSp>
        <p:nvGrpSpPr>
          <p:cNvPr id="4" name="Group 13">
            <a:extLst>
              <a:ext uri="{FF2B5EF4-FFF2-40B4-BE49-F238E27FC236}">
                <a16:creationId xmlns:a16="http://schemas.microsoft.com/office/drawing/2014/main" id="{325B5AF2-EB48-3D4A-B969-AEB2177DA751}"/>
              </a:ext>
            </a:extLst>
          </p:cNvPr>
          <p:cNvGrpSpPr>
            <a:grpSpLocks/>
          </p:cNvGrpSpPr>
          <p:nvPr/>
        </p:nvGrpSpPr>
        <p:grpSpPr bwMode="auto">
          <a:xfrm>
            <a:off x="2060575" y="3835400"/>
            <a:ext cx="2670175" cy="2851150"/>
            <a:chOff x="1298" y="1936"/>
            <a:chExt cx="1682" cy="1796"/>
          </a:xfrm>
        </p:grpSpPr>
        <p:grpSp>
          <p:nvGrpSpPr>
            <p:cNvPr id="52396" name="Group 14">
              <a:extLst>
                <a:ext uri="{FF2B5EF4-FFF2-40B4-BE49-F238E27FC236}">
                  <a16:creationId xmlns:a16="http://schemas.microsoft.com/office/drawing/2014/main" id="{323A0295-1EA6-3149-B7AA-2CCC6A8DC7D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98" y="1936"/>
              <a:ext cx="1682" cy="1736"/>
              <a:chOff x="1298" y="1936"/>
              <a:chExt cx="1682" cy="1736"/>
            </a:xfrm>
          </p:grpSpPr>
          <p:grpSp>
            <p:nvGrpSpPr>
              <p:cNvPr id="52398" name="Group 15">
                <a:extLst>
                  <a:ext uri="{FF2B5EF4-FFF2-40B4-BE49-F238E27FC236}">
                    <a16:creationId xmlns:a16="http://schemas.microsoft.com/office/drawing/2014/main" id="{D8D91406-A0E1-1D43-91EA-E3522265EDD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298" y="1936"/>
                <a:ext cx="1682" cy="1736"/>
                <a:chOff x="1298" y="1936"/>
                <a:chExt cx="1682" cy="1736"/>
              </a:xfrm>
            </p:grpSpPr>
            <p:sp>
              <p:nvSpPr>
                <p:cNvPr id="52400" name="Rectangle 16">
                  <a:extLst>
                    <a:ext uri="{FF2B5EF4-FFF2-40B4-BE49-F238E27FC236}">
                      <a16:creationId xmlns:a16="http://schemas.microsoft.com/office/drawing/2014/main" id="{733A7181-8130-524D-8077-02855CD48CD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18" y="2156"/>
                  <a:ext cx="1200" cy="1200"/>
                </a:xfrm>
                <a:prstGeom prst="rect">
                  <a:avLst/>
                </a:prstGeom>
                <a:solidFill>
                  <a:schemeClr val="accent1"/>
                </a:solidFill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2800">
                    <a:solidFill>
                      <a:srgbClr val="000000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2401" name="Oval 17">
                  <a:extLst>
                    <a:ext uri="{FF2B5EF4-FFF2-40B4-BE49-F238E27FC236}">
                      <a16:creationId xmlns:a16="http://schemas.microsoft.com/office/drawing/2014/main" id="{B4E05B5F-A242-9C4B-BCFA-F4762DBF187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962" y="2600"/>
                  <a:ext cx="312" cy="312"/>
                </a:xfrm>
                <a:prstGeom prst="ellipse">
                  <a:avLst/>
                </a:prstGeom>
                <a:solidFill>
                  <a:srgbClr val="FFFF99"/>
                </a:solidFill>
                <a:ln w="1524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2800">
                    <a:solidFill>
                      <a:srgbClr val="000000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2402" name="Oval 18">
                  <a:extLst>
                    <a:ext uri="{FF2B5EF4-FFF2-40B4-BE49-F238E27FC236}">
                      <a16:creationId xmlns:a16="http://schemas.microsoft.com/office/drawing/2014/main" id="{B6BEC46E-CF78-EB4F-AB6A-EF22D00E68F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962" y="1988"/>
                  <a:ext cx="312" cy="312"/>
                </a:xfrm>
                <a:prstGeom prst="ellipse">
                  <a:avLst/>
                </a:prstGeom>
                <a:solidFill>
                  <a:srgbClr val="FFFF99"/>
                </a:solidFill>
                <a:ln w="1524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2800">
                    <a:solidFill>
                      <a:srgbClr val="000000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2403" name="Oval 19">
                  <a:extLst>
                    <a:ext uri="{FF2B5EF4-FFF2-40B4-BE49-F238E27FC236}">
                      <a16:creationId xmlns:a16="http://schemas.microsoft.com/office/drawing/2014/main" id="{A3F8A655-A8EB-E342-BC77-2FBC8EE77BE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962" y="3236"/>
                  <a:ext cx="312" cy="312"/>
                </a:xfrm>
                <a:prstGeom prst="ellipse">
                  <a:avLst/>
                </a:prstGeom>
                <a:solidFill>
                  <a:srgbClr val="FFFF99"/>
                </a:solidFill>
                <a:ln w="1524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2800">
                    <a:solidFill>
                      <a:srgbClr val="000000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2404" name="Oval 20">
                  <a:extLst>
                    <a:ext uri="{FF2B5EF4-FFF2-40B4-BE49-F238E27FC236}">
                      <a16:creationId xmlns:a16="http://schemas.microsoft.com/office/drawing/2014/main" id="{A3455289-9B73-224E-8342-04C85B4436E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50" y="2228"/>
                  <a:ext cx="312" cy="312"/>
                </a:xfrm>
                <a:prstGeom prst="ellipse">
                  <a:avLst/>
                </a:prstGeom>
                <a:solidFill>
                  <a:srgbClr val="FFFF99"/>
                </a:solidFill>
                <a:ln w="1524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2800">
                    <a:solidFill>
                      <a:srgbClr val="000000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2405" name="Oval 21">
                  <a:extLst>
                    <a:ext uri="{FF2B5EF4-FFF2-40B4-BE49-F238E27FC236}">
                      <a16:creationId xmlns:a16="http://schemas.microsoft.com/office/drawing/2014/main" id="{514D88E1-E8BE-364A-A421-B92D846F649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50" y="2948"/>
                  <a:ext cx="312" cy="312"/>
                </a:xfrm>
                <a:prstGeom prst="ellipse">
                  <a:avLst/>
                </a:prstGeom>
                <a:solidFill>
                  <a:srgbClr val="FFFF99"/>
                </a:solidFill>
                <a:ln w="1524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2800">
                    <a:solidFill>
                      <a:srgbClr val="000000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2406" name="Oval 22">
                  <a:extLst>
                    <a:ext uri="{FF2B5EF4-FFF2-40B4-BE49-F238E27FC236}">
                      <a16:creationId xmlns:a16="http://schemas.microsoft.com/office/drawing/2014/main" id="{1DD65DEA-232B-E44C-BC94-86CE62C3254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50" y="2228"/>
                  <a:ext cx="312" cy="312"/>
                </a:xfrm>
                <a:prstGeom prst="ellipse">
                  <a:avLst/>
                </a:prstGeom>
                <a:solidFill>
                  <a:srgbClr val="FFFF99"/>
                </a:solidFill>
                <a:ln w="1524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2800">
                    <a:solidFill>
                      <a:srgbClr val="000000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2407" name="Oval 23">
                  <a:extLst>
                    <a:ext uri="{FF2B5EF4-FFF2-40B4-BE49-F238E27FC236}">
                      <a16:creationId xmlns:a16="http://schemas.microsoft.com/office/drawing/2014/main" id="{B1C3D140-B18E-C64E-AA48-BBFE9C1FCF5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50" y="2948"/>
                  <a:ext cx="312" cy="312"/>
                </a:xfrm>
                <a:prstGeom prst="ellipse">
                  <a:avLst/>
                </a:prstGeom>
                <a:solidFill>
                  <a:srgbClr val="FFFF99"/>
                </a:solidFill>
                <a:ln w="1524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2800">
                    <a:solidFill>
                      <a:srgbClr val="000000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2408" name="Rectangle 24">
                  <a:extLst>
                    <a:ext uri="{FF2B5EF4-FFF2-40B4-BE49-F238E27FC236}">
                      <a16:creationId xmlns:a16="http://schemas.microsoft.com/office/drawing/2014/main" id="{CF82403B-166D-334E-9B00-D4B7B4B6BE0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99" y="2132"/>
                  <a:ext cx="207" cy="476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2800">
                    <a:solidFill>
                      <a:srgbClr val="000000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2409" name="Rectangle 25">
                  <a:extLst>
                    <a:ext uri="{FF2B5EF4-FFF2-40B4-BE49-F238E27FC236}">
                      <a16:creationId xmlns:a16="http://schemas.microsoft.com/office/drawing/2014/main" id="{6CA52710-B1C4-7246-9696-52E65219665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98" y="2854"/>
                  <a:ext cx="208" cy="476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2800">
                    <a:solidFill>
                      <a:srgbClr val="000000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2410" name="Rectangle 26">
                  <a:extLst>
                    <a:ext uri="{FF2B5EF4-FFF2-40B4-BE49-F238E27FC236}">
                      <a16:creationId xmlns:a16="http://schemas.microsoft.com/office/drawing/2014/main" id="{880DF262-8D66-814A-8FA5-39000A4E036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730" y="2128"/>
                  <a:ext cx="250" cy="476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2800">
                    <a:solidFill>
                      <a:srgbClr val="000000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2411" name="Rectangle 27">
                  <a:extLst>
                    <a:ext uri="{FF2B5EF4-FFF2-40B4-BE49-F238E27FC236}">
                      <a16:creationId xmlns:a16="http://schemas.microsoft.com/office/drawing/2014/main" id="{B41A9CA2-FBA4-554D-806F-28301EEF830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730" y="2884"/>
                  <a:ext cx="250" cy="476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2800">
                    <a:solidFill>
                      <a:srgbClr val="000000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2412" name="Rectangle 28">
                  <a:extLst>
                    <a:ext uri="{FF2B5EF4-FFF2-40B4-BE49-F238E27FC236}">
                      <a16:creationId xmlns:a16="http://schemas.microsoft.com/office/drawing/2014/main" id="{980062C4-E6B0-674F-AF9D-1CF651272D5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76" y="3368"/>
                  <a:ext cx="486" cy="304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2800">
                    <a:solidFill>
                      <a:srgbClr val="000000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2413" name="Rectangle 29">
                  <a:extLst>
                    <a:ext uri="{FF2B5EF4-FFF2-40B4-BE49-F238E27FC236}">
                      <a16:creationId xmlns:a16="http://schemas.microsoft.com/office/drawing/2014/main" id="{3470D567-BA0A-4B44-8590-48808FE6520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88" y="1936"/>
                  <a:ext cx="486" cy="208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2800">
                    <a:solidFill>
                      <a:srgbClr val="000000"/>
                    </a:solidFill>
                    <a:latin typeface="Times New Roman" panose="02020603050405020304" pitchFamily="18" charset="0"/>
                  </a:endParaRPr>
                </a:p>
              </p:txBody>
            </p:sp>
            <p:grpSp>
              <p:nvGrpSpPr>
                <p:cNvPr id="52414" name="Group 30">
                  <a:extLst>
                    <a:ext uri="{FF2B5EF4-FFF2-40B4-BE49-F238E27FC236}">
                      <a16:creationId xmlns:a16="http://schemas.microsoft.com/office/drawing/2014/main" id="{49B01F54-02AD-0043-BB95-B8AB2656426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673" y="2197"/>
                  <a:ext cx="278" cy="208"/>
                  <a:chOff x="2336" y="2000"/>
                  <a:chExt cx="278" cy="208"/>
                </a:xfrm>
              </p:grpSpPr>
              <p:sp>
                <p:nvSpPr>
                  <p:cNvPr id="52493" name="Text Box 31">
                    <a:extLst>
                      <a:ext uri="{FF2B5EF4-FFF2-40B4-BE49-F238E27FC236}">
                        <a16:creationId xmlns:a16="http://schemas.microsoft.com/office/drawing/2014/main" id="{A478F03C-62A5-A641-ADC0-BDFD9F0FEF78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336" y="2000"/>
                    <a:ext cx="154" cy="13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r>
                      <a:rPr lang="en-US" altLang="en-US" sz="80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rPr>
                      <a:t>H</a:t>
                    </a:r>
                  </a:p>
                </p:txBody>
              </p:sp>
              <p:sp>
                <p:nvSpPr>
                  <p:cNvPr id="52494" name="Text Box 32">
                    <a:extLst>
                      <a:ext uri="{FF2B5EF4-FFF2-40B4-BE49-F238E27FC236}">
                        <a16:creationId xmlns:a16="http://schemas.microsoft.com/office/drawing/2014/main" id="{BDC44CCC-B389-C44E-AA13-68FE8259A6DB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460" y="2001"/>
                    <a:ext cx="154" cy="13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r>
                      <a:rPr lang="en-US" altLang="en-US" sz="80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rPr>
                      <a:t>H</a:t>
                    </a:r>
                  </a:p>
                </p:txBody>
              </p:sp>
              <p:sp>
                <p:nvSpPr>
                  <p:cNvPr id="52495" name="Text Box 33">
                    <a:extLst>
                      <a:ext uri="{FF2B5EF4-FFF2-40B4-BE49-F238E27FC236}">
                        <a16:creationId xmlns:a16="http://schemas.microsoft.com/office/drawing/2014/main" id="{AABA2D3C-56D6-9A4B-AA6C-3661D8FEA415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400" y="2073"/>
                    <a:ext cx="154" cy="13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r>
                      <a:rPr lang="en-US" altLang="en-US" sz="80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rPr>
                      <a:t>O</a:t>
                    </a:r>
                  </a:p>
                </p:txBody>
              </p:sp>
              <p:sp>
                <p:nvSpPr>
                  <p:cNvPr id="52496" name="Line 34">
                    <a:extLst>
                      <a:ext uri="{FF2B5EF4-FFF2-40B4-BE49-F238E27FC236}">
                        <a16:creationId xmlns:a16="http://schemas.microsoft.com/office/drawing/2014/main" id="{1EE47E80-660F-FE4B-AB87-9FD2DF2B445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506" y="2099"/>
                    <a:ext cx="15" cy="16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52497" name="Line 35">
                    <a:extLst>
                      <a:ext uri="{FF2B5EF4-FFF2-40B4-BE49-F238E27FC236}">
                        <a16:creationId xmlns:a16="http://schemas.microsoft.com/office/drawing/2014/main" id="{8F99FB1C-08D9-0A42-B282-76FB244449DB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2444" y="2096"/>
                    <a:ext cx="15" cy="19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52415" name="Group 36">
                  <a:extLst>
                    <a:ext uri="{FF2B5EF4-FFF2-40B4-BE49-F238E27FC236}">
                      <a16:creationId xmlns:a16="http://schemas.microsoft.com/office/drawing/2014/main" id="{BCD82443-EDB0-AA45-ABBC-5EE41E59099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 rot="-281951">
                  <a:off x="1574" y="2539"/>
                  <a:ext cx="278" cy="208"/>
                  <a:chOff x="2336" y="2000"/>
                  <a:chExt cx="278" cy="208"/>
                </a:xfrm>
              </p:grpSpPr>
              <p:sp>
                <p:nvSpPr>
                  <p:cNvPr id="52488" name="Text Box 37">
                    <a:extLst>
                      <a:ext uri="{FF2B5EF4-FFF2-40B4-BE49-F238E27FC236}">
                        <a16:creationId xmlns:a16="http://schemas.microsoft.com/office/drawing/2014/main" id="{F8C42665-A667-5D46-B00F-F726C997AF30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336" y="2000"/>
                    <a:ext cx="154" cy="13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r>
                      <a:rPr lang="en-US" altLang="en-US" sz="80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rPr>
                      <a:t>H</a:t>
                    </a:r>
                  </a:p>
                </p:txBody>
              </p:sp>
              <p:sp>
                <p:nvSpPr>
                  <p:cNvPr id="52489" name="Text Box 38">
                    <a:extLst>
                      <a:ext uri="{FF2B5EF4-FFF2-40B4-BE49-F238E27FC236}">
                        <a16:creationId xmlns:a16="http://schemas.microsoft.com/office/drawing/2014/main" id="{977460AA-44EC-8548-BEC4-43A5E99C43CE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460" y="2001"/>
                    <a:ext cx="154" cy="13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r>
                      <a:rPr lang="en-US" altLang="en-US" sz="80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rPr>
                      <a:t>H</a:t>
                    </a:r>
                  </a:p>
                </p:txBody>
              </p:sp>
              <p:sp>
                <p:nvSpPr>
                  <p:cNvPr id="52490" name="Text Box 39">
                    <a:extLst>
                      <a:ext uri="{FF2B5EF4-FFF2-40B4-BE49-F238E27FC236}">
                        <a16:creationId xmlns:a16="http://schemas.microsoft.com/office/drawing/2014/main" id="{F9C3F421-A523-2443-8B88-055A6C15203C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400" y="2073"/>
                    <a:ext cx="154" cy="13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r>
                      <a:rPr lang="en-US" altLang="en-US" sz="80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rPr>
                      <a:t>O</a:t>
                    </a:r>
                  </a:p>
                </p:txBody>
              </p:sp>
              <p:sp>
                <p:nvSpPr>
                  <p:cNvPr id="52491" name="Line 40">
                    <a:extLst>
                      <a:ext uri="{FF2B5EF4-FFF2-40B4-BE49-F238E27FC236}">
                        <a16:creationId xmlns:a16="http://schemas.microsoft.com/office/drawing/2014/main" id="{FFD82D6C-DEBA-C54A-8122-8AED8C4A028D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506" y="2099"/>
                    <a:ext cx="15" cy="16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52492" name="Line 41">
                    <a:extLst>
                      <a:ext uri="{FF2B5EF4-FFF2-40B4-BE49-F238E27FC236}">
                        <a16:creationId xmlns:a16="http://schemas.microsoft.com/office/drawing/2014/main" id="{9140D316-527C-284A-88B9-8B05EEB54B4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2444" y="2096"/>
                    <a:ext cx="15" cy="19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52416" name="Group 42">
                  <a:extLst>
                    <a:ext uri="{FF2B5EF4-FFF2-40B4-BE49-F238E27FC236}">
                      <a16:creationId xmlns:a16="http://schemas.microsoft.com/office/drawing/2014/main" id="{1743A7BD-A122-E74E-9258-F4DD865F203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 rot="-560223">
                  <a:off x="2231" y="2279"/>
                  <a:ext cx="278" cy="208"/>
                  <a:chOff x="2336" y="2000"/>
                  <a:chExt cx="278" cy="208"/>
                </a:xfrm>
              </p:grpSpPr>
              <p:sp>
                <p:nvSpPr>
                  <p:cNvPr id="52483" name="Text Box 43">
                    <a:extLst>
                      <a:ext uri="{FF2B5EF4-FFF2-40B4-BE49-F238E27FC236}">
                        <a16:creationId xmlns:a16="http://schemas.microsoft.com/office/drawing/2014/main" id="{57852289-A5ED-FC4B-8BDC-64D666E12E6F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336" y="2000"/>
                    <a:ext cx="154" cy="13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r>
                      <a:rPr lang="en-US" altLang="en-US" sz="80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rPr>
                      <a:t>H</a:t>
                    </a:r>
                  </a:p>
                </p:txBody>
              </p:sp>
              <p:sp>
                <p:nvSpPr>
                  <p:cNvPr id="52484" name="Text Box 44">
                    <a:extLst>
                      <a:ext uri="{FF2B5EF4-FFF2-40B4-BE49-F238E27FC236}">
                        <a16:creationId xmlns:a16="http://schemas.microsoft.com/office/drawing/2014/main" id="{E4B18F73-104E-9A4F-9403-A9F7B7396772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460" y="2001"/>
                    <a:ext cx="154" cy="13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r>
                      <a:rPr lang="en-US" altLang="en-US" sz="80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rPr>
                      <a:t>H</a:t>
                    </a:r>
                  </a:p>
                </p:txBody>
              </p:sp>
              <p:sp>
                <p:nvSpPr>
                  <p:cNvPr id="52485" name="Text Box 45">
                    <a:extLst>
                      <a:ext uri="{FF2B5EF4-FFF2-40B4-BE49-F238E27FC236}">
                        <a16:creationId xmlns:a16="http://schemas.microsoft.com/office/drawing/2014/main" id="{179E0C55-244E-F74D-B8B7-6F34806157BB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400" y="2073"/>
                    <a:ext cx="154" cy="13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r>
                      <a:rPr lang="en-US" altLang="en-US" sz="80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rPr>
                      <a:t>O</a:t>
                    </a:r>
                  </a:p>
                </p:txBody>
              </p:sp>
              <p:sp>
                <p:nvSpPr>
                  <p:cNvPr id="52486" name="Line 46">
                    <a:extLst>
                      <a:ext uri="{FF2B5EF4-FFF2-40B4-BE49-F238E27FC236}">
                        <a16:creationId xmlns:a16="http://schemas.microsoft.com/office/drawing/2014/main" id="{05AE83AB-A5BE-434B-8D2B-423118F72A0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506" y="2099"/>
                    <a:ext cx="15" cy="16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52487" name="Line 47">
                    <a:extLst>
                      <a:ext uri="{FF2B5EF4-FFF2-40B4-BE49-F238E27FC236}">
                        <a16:creationId xmlns:a16="http://schemas.microsoft.com/office/drawing/2014/main" id="{E8614A10-3BB4-694E-9BCB-9AECE42E0A4D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2444" y="2096"/>
                    <a:ext cx="15" cy="19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52417" name="Group 48">
                  <a:extLst>
                    <a:ext uri="{FF2B5EF4-FFF2-40B4-BE49-F238E27FC236}">
                      <a16:creationId xmlns:a16="http://schemas.microsoft.com/office/drawing/2014/main" id="{014A175D-1186-7543-9990-FADCDCBC7199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 rot="497148">
                  <a:off x="2003" y="2344"/>
                  <a:ext cx="278" cy="208"/>
                  <a:chOff x="2336" y="2000"/>
                  <a:chExt cx="278" cy="208"/>
                </a:xfrm>
              </p:grpSpPr>
              <p:sp>
                <p:nvSpPr>
                  <p:cNvPr id="52478" name="Text Box 49">
                    <a:extLst>
                      <a:ext uri="{FF2B5EF4-FFF2-40B4-BE49-F238E27FC236}">
                        <a16:creationId xmlns:a16="http://schemas.microsoft.com/office/drawing/2014/main" id="{38411544-DAF6-434C-A0A0-AE348EF4F430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336" y="2000"/>
                    <a:ext cx="154" cy="13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r>
                      <a:rPr lang="en-US" altLang="en-US" sz="80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rPr>
                      <a:t>H</a:t>
                    </a:r>
                  </a:p>
                </p:txBody>
              </p:sp>
              <p:sp>
                <p:nvSpPr>
                  <p:cNvPr id="52479" name="Text Box 50">
                    <a:extLst>
                      <a:ext uri="{FF2B5EF4-FFF2-40B4-BE49-F238E27FC236}">
                        <a16:creationId xmlns:a16="http://schemas.microsoft.com/office/drawing/2014/main" id="{995E893B-215F-FA43-A3B2-20CC3AB17019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460" y="2001"/>
                    <a:ext cx="154" cy="13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r>
                      <a:rPr lang="en-US" altLang="en-US" sz="80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rPr>
                      <a:t>H</a:t>
                    </a:r>
                  </a:p>
                </p:txBody>
              </p:sp>
              <p:sp>
                <p:nvSpPr>
                  <p:cNvPr id="52480" name="Text Box 51">
                    <a:extLst>
                      <a:ext uri="{FF2B5EF4-FFF2-40B4-BE49-F238E27FC236}">
                        <a16:creationId xmlns:a16="http://schemas.microsoft.com/office/drawing/2014/main" id="{87AAE5A2-B9E0-C748-983D-7316FC16F8BA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400" y="2073"/>
                    <a:ext cx="154" cy="13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r>
                      <a:rPr lang="en-US" altLang="en-US" sz="80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rPr>
                      <a:t>O</a:t>
                    </a:r>
                  </a:p>
                </p:txBody>
              </p:sp>
              <p:sp>
                <p:nvSpPr>
                  <p:cNvPr id="52481" name="Line 52">
                    <a:extLst>
                      <a:ext uri="{FF2B5EF4-FFF2-40B4-BE49-F238E27FC236}">
                        <a16:creationId xmlns:a16="http://schemas.microsoft.com/office/drawing/2014/main" id="{AF983430-154A-FA4F-9B7E-2C9A8D4F9E00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506" y="2099"/>
                    <a:ext cx="15" cy="16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52482" name="Line 53">
                    <a:extLst>
                      <a:ext uri="{FF2B5EF4-FFF2-40B4-BE49-F238E27FC236}">
                        <a16:creationId xmlns:a16="http://schemas.microsoft.com/office/drawing/2014/main" id="{742E73FD-05E4-924B-BC7A-F20CC2E7C5B8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2444" y="2096"/>
                    <a:ext cx="15" cy="19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52418" name="Group 54">
                  <a:extLst>
                    <a:ext uri="{FF2B5EF4-FFF2-40B4-BE49-F238E27FC236}">
                      <a16:creationId xmlns:a16="http://schemas.microsoft.com/office/drawing/2014/main" id="{9FD8292D-63BB-EF44-810D-FB6EF04F8399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448" y="2633"/>
                  <a:ext cx="278" cy="208"/>
                  <a:chOff x="2336" y="2000"/>
                  <a:chExt cx="278" cy="208"/>
                </a:xfrm>
              </p:grpSpPr>
              <p:sp>
                <p:nvSpPr>
                  <p:cNvPr id="52473" name="Text Box 55">
                    <a:extLst>
                      <a:ext uri="{FF2B5EF4-FFF2-40B4-BE49-F238E27FC236}">
                        <a16:creationId xmlns:a16="http://schemas.microsoft.com/office/drawing/2014/main" id="{2B758FCA-F3AC-7B41-A44E-B429032403BA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336" y="2000"/>
                    <a:ext cx="154" cy="13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r>
                      <a:rPr lang="en-US" altLang="en-US" sz="80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rPr>
                      <a:t>H</a:t>
                    </a:r>
                  </a:p>
                </p:txBody>
              </p:sp>
              <p:sp>
                <p:nvSpPr>
                  <p:cNvPr id="52474" name="Text Box 56">
                    <a:extLst>
                      <a:ext uri="{FF2B5EF4-FFF2-40B4-BE49-F238E27FC236}">
                        <a16:creationId xmlns:a16="http://schemas.microsoft.com/office/drawing/2014/main" id="{5981A839-40C3-3642-AAB7-6B0E7D70F1D8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460" y="2001"/>
                    <a:ext cx="154" cy="13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r>
                      <a:rPr lang="en-US" altLang="en-US" sz="80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rPr>
                      <a:t>H</a:t>
                    </a:r>
                  </a:p>
                </p:txBody>
              </p:sp>
              <p:sp>
                <p:nvSpPr>
                  <p:cNvPr id="52475" name="Text Box 57">
                    <a:extLst>
                      <a:ext uri="{FF2B5EF4-FFF2-40B4-BE49-F238E27FC236}">
                        <a16:creationId xmlns:a16="http://schemas.microsoft.com/office/drawing/2014/main" id="{DFCB85C9-E89C-534E-A440-AED653224D5E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400" y="2073"/>
                    <a:ext cx="154" cy="13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r>
                      <a:rPr lang="en-US" altLang="en-US" sz="80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rPr>
                      <a:t>O</a:t>
                    </a:r>
                  </a:p>
                </p:txBody>
              </p:sp>
              <p:sp>
                <p:nvSpPr>
                  <p:cNvPr id="52476" name="Line 58">
                    <a:extLst>
                      <a:ext uri="{FF2B5EF4-FFF2-40B4-BE49-F238E27FC236}">
                        <a16:creationId xmlns:a16="http://schemas.microsoft.com/office/drawing/2014/main" id="{3B99D2C0-31C7-964C-B81A-CDEAAD7CBF38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506" y="2099"/>
                    <a:ext cx="15" cy="16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52477" name="Line 59">
                    <a:extLst>
                      <a:ext uri="{FF2B5EF4-FFF2-40B4-BE49-F238E27FC236}">
                        <a16:creationId xmlns:a16="http://schemas.microsoft.com/office/drawing/2014/main" id="{3CC2C14A-1AB3-9149-BDB3-6AC8AF45D1ED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2444" y="2096"/>
                    <a:ext cx="15" cy="19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52419" name="Group 60">
                  <a:extLst>
                    <a:ext uri="{FF2B5EF4-FFF2-40B4-BE49-F238E27FC236}">
                      <a16:creationId xmlns:a16="http://schemas.microsoft.com/office/drawing/2014/main" id="{CD70B778-982F-CF40-AD8B-FFF0A72FB84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 rot="306870">
                  <a:off x="1730" y="2395"/>
                  <a:ext cx="278" cy="208"/>
                  <a:chOff x="2336" y="2000"/>
                  <a:chExt cx="278" cy="208"/>
                </a:xfrm>
              </p:grpSpPr>
              <p:sp>
                <p:nvSpPr>
                  <p:cNvPr id="52468" name="Text Box 61">
                    <a:extLst>
                      <a:ext uri="{FF2B5EF4-FFF2-40B4-BE49-F238E27FC236}">
                        <a16:creationId xmlns:a16="http://schemas.microsoft.com/office/drawing/2014/main" id="{F0F6E0B5-57ED-CA43-9A3C-971DC4AC2A5D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336" y="2000"/>
                    <a:ext cx="154" cy="13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r>
                      <a:rPr lang="en-US" altLang="en-US" sz="80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rPr>
                      <a:t>H</a:t>
                    </a:r>
                  </a:p>
                </p:txBody>
              </p:sp>
              <p:sp>
                <p:nvSpPr>
                  <p:cNvPr id="52469" name="Text Box 62">
                    <a:extLst>
                      <a:ext uri="{FF2B5EF4-FFF2-40B4-BE49-F238E27FC236}">
                        <a16:creationId xmlns:a16="http://schemas.microsoft.com/office/drawing/2014/main" id="{122DEE0F-5953-9043-8BDE-44AE3F73B7C1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460" y="2001"/>
                    <a:ext cx="154" cy="13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r>
                      <a:rPr lang="en-US" altLang="en-US" sz="80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rPr>
                      <a:t>H</a:t>
                    </a:r>
                  </a:p>
                </p:txBody>
              </p:sp>
              <p:sp>
                <p:nvSpPr>
                  <p:cNvPr id="52470" name="Text Box 63">
                    <a:extLst>
                      <a:ext uri="{FF2B5EF4-FFF2-40B4-BE49-F238E27FC236}">
                        <a16:creationId xmlns:a16="http://schemas.microsoft.com/office/drawing/2014/main" id="{20BB74BC-0600-9843-A6E2-C90BDFD8A9B2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400" y="2073"/>
                    <a:ext cx="154" cy="13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r>
                      <a:rPr lang="en-US" altLang="en-US" sz="80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rPr>
                      <a:t>O</a:t>
                    </a:r>
                  </a:p>
                </p:txBody>
              </p:sp>
              <p:sp>
                <p:nvSpPr>
                  <p:cNvPr id="52471" name="Line 64">
                    <a:extLst>
                      <a:ext uri="{FF2B5EF4-FFF2-40B4-BE49-F238E27FC236}">
                        <a16:creationId xmlns:a16="http://schemas.microsoft.com/office/drawing/2014/main" id="{4F02C187-9AB1-C746-AACC-FD72AC20EAD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506" y="2099"/>
                    <a:ext cx="15" cy="16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52472" name="Line 65">
                    <a:extLst>
                      <a:ext uri="{FF2B5EF4-FFF2-40B4-BE49-F238E27FC236}">
                        <a16:creationId xmlns:a16="http://schemas.microsoft.com/office/drawing/2014/main" id="{A2CCE82E-23FD-734E-B1CC-D3B130EDCF6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2444" y="2096"/>
                    <a:ext cx="15" cy="19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52420" name="Group 66">
                  <a:extLst>
                    <a:ext uri="{FF2B5EF4-FFF2-40B4-BE49-F238E27FC236}">
                      <a16:creationId xmlns:a16="http://schemas.microsoft.com/office/drawing/2014/main" id="{240CFB68-E13E-024B-8F8A-8A50569DA92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 rot="553420">
                  <a:off x="2302" y="2519"/>
                  <a:ext cx="278" cy="208"/>
                  <a:chOff x="2336" y="2000"/>
                  <a:chExt cx="278" cy="208"/>
                </a:xfrm>
              </p:grpSpPr>
              <p:sp>
                <p:nvSpPr>
                  <p:cNvPr id="52463" name="Text Box 67">
                    <a:extLst>
                      <a:ext uri="{FF2B5EF4-FFF2-40B4-BE49-F238E27FC236}">
                        <a16:creationId xmlns:a16="http://schemas.microsoft.com/office/drawing/2014/main" id="{ACEE1496-4715-B448-B4E2-46829647E506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336" y="2000"/>
                    <a:ext cx="154" cy="13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r>
                      <a:rPr lang="en-US" altLang="en-US" sz="80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rPr>
                      <a:t>H</a:t>
                    </a:r>
                  </a:p>
                </p:txBody>
              </p:sp>
              <p:sp>
                <p:nvSpPr>
                  <p:cNvPr id="52464" name="Text Box 68">
                    <a:extLst>
                      <a:ext uri="{FF2B5EF4-FFF2-40B4-BE49-F238E27FC236}">
                        <a16:creationId xmlns:a16="http://schemas.microsoft.com/office/drawing/2014/main" id="{E44E37A1-A2A7-D04E-8C6A-0C2C8410E74D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460" y="2001"/>
                    <a:ext cx="154" cy="13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r>
                      <a:rPr lang="en-US" altLang="en-US" sz="80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rPr>
                      <a:t>H</a:t>
                    </a:r>
                  </a:p>
                </p:txBody>
              </p:sp>
              <p:sp>
                <p:nvSpPr>
                  <p:cNvPr id="52465" name="Text Box 69">
                    <a:extLst>
                      <a:ext uri="{FF2B5EF4-FFF2-40B4-BE49-F238E27FC236}">
                        <a16:creationId xmlns:a16="http://schemas.microsoft.com/office/drawing/2014/main" id="{4F04C803-A26D-2340-B478-0CD220DA6FE5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400" y="2073"/>
                    <a:ext cx="154" cy="13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r>
                      <a:rPr lang="en-US" altLang="en-US" sz="80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rPr>
                      <a:t>O</a:t>
                    </a:r>
                  </a:p>
                </p:txBody>
              </p:sp>
              <p:sp>
                <p:nvSpPr>
                  <p:cNvPr id="52466" name="Line 70">
                    <a:extLst>
                      <a:ext uri="{FF2B5EF4-FFF2-40B4-BE49-F238E27FC236}">
                        <a16:creationId xmlns:a16="http://schemas.microsoft.com/office/drawing/2014/main" id="{E6D54293-A6A5-BE47-83C3-5BA1DEF304D0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506" y="2099"/>
                    <a:ext cx="15" cy="16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52467" name="Line 71">
                    <a:extLst>
                      <a:ext uri="{FF2B5EF4-FFF2-40B4-BE49-F238E27FC236}">
                        <a16:creationId xmlns:a16="http://schemas.microsoft.com/office/drawing/2014/main" id="{F20EC3A9-E05C-0C4C-B24A-45A97502448D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2444" y="2096"/>
                    <a:ext cx="15" cy="19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52421" name="Group 72">
                  <a:extLst>
                    <a:ext uri="{FF2B5EF4-FFF2-40B4-BE49-F238E27FC236}">
                      <a16:creationId xmlns:a16="http://schemas.microsoft.com/office/drawing/2014/main" id="{1701626F-1273-3B43-9B96-CD464348EF0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 rot="497148">
                  <a:off x="1547" y="2715"/>
                  <a:ext cx="278" cy="208"/>
                  <a:chOff x="2336" y="2000"/>
                  <a:chExt cx="278" cy="208"/>
                </a:xfrm>
              </p:grpSpPr>
              <p:sp>
                <p:nvSpPr>
                  <p:cNvPr id="52458" name="Text Box 73">
                    <a:extLst>
                      <a:ext uri="{FF2B5EF4-FFF2-40B4-BE49-F238E27FC236}">
                        <a16:creationId xmlns:a16="http://schemas.microsoft.com/office/drawing/2014/main" id="{0959EDAB-D125-3241-88CF-AF951A63B7CD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336" y="2000"/>
                    <a:ext cx="154" cy="13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r>
                      <a:rPr lang="en-US" altLang="en-US" sz="80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rPr>
                      <a:t>H</a:t>
                    </a:r>
                  </a:p>
                </p:txBody>
              </p:sp>
              <p:sp>
                <p:nvSpPr>
                  <p:cNvPr id="52459" name="Text Box 74">
                    <a:extLst>
                      <a:ext uri="{FF2B5EF4-FFF2-40B4-BE49-F238E27FC236}">
                        <a16:creationId xmlns:a16="http://schemas.microsoft.com/office/drawing/2014/main" id="{7AACF31F-3B4C-2840-8E67-591479B42725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460" y="2001"/>
                    <a:ext cx="154" cy="13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r>
                      <a:rPr lang="en-US" altLang="en-US" sz="80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rPr>
                      <a:t>H</a:t>
                    </a:r>
                  </a:p>
                </p:txBody>
              </p:sp>
              <p:sp>
                <p:nvSpPr>
                  <p:cNvPr id="52460" name="Text Box 75">
                    <a:extLst>
                      <a:ext uri="{FF2B5EF4-FFF2-40B4-BE49-F238E27FC236}">
                        <a16:creationId xmlns:a16="http://schemas.microsoft.com/office/drawing/2014/main" id="{78C30104-786C-5D4E-8570-44D4C3D99E40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400" y="2073"/>
                    <a:ext cx="154" cy="13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r>
                      <a:rPr lang="en-US" altLang="en-US" sz="80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rPr>
                      <a:t>O</a:t>
                    </a:r>
                  </a:p>
                </p:txBody>
              </p:sp>
              <p:sp>
                <p:nvSpPr>
                  <p:cNvPr id="52461" name="Line 76">
                    <a:extLst>
                      <a:ext uri="{FF2B5EF4-FFF2-40B4-BE49-F238E27FC236}">
                        <a16:creationId xmlns:a16="http://schemas.microsoft.com/office/drawing/2014/main" id="{59714882-12C7-E74B-8D08-4D888726F75B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506" y="2099"/>
                    <a:ext cx="15" cy="16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52462" name="Line 77">
                    <a:extLst>
                      <a:ext uri="{FF2B5EF4-FFF2-40B4-BE49-F238E27FC236}">
                        <a16:creationId xmlns:a16="http://schemas.microsoft.com/office/drawing/2014/main" id="{8518F845-CA5A-CA43-872C-08185509C29D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2444" y="2096"/>
                    <a:ext cx="15" cy="19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52422" name="Group 78">
                  <a:extLst>
                    <a:ext uri="{FF2B5EF4-FFF2-40B4-BE49-F238E27FC236}">
                      <a16:creationId xmlns:a16="http://schemas.microsoft.com/office/drawing/2014/main" id="{84BA6D33-C5C2-1940-AF10-44AFE2F67D9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 rot="730910">
                  <a:off x="2166" y="2935"/>
                  <a:ext cx="278" cy="208"/>
                  <a:chOff x="2336" y="2000"/>
                  <a:chExt cx="278" cy="208"/>
                </a:xfrm>
              </p:grpSpPr>
              <p:sp>
                <p:nvSpPr>
                  <p:cNvPr id="52453" name="Text Box 79">
                    <a:extLst>
                      <a:ext uri="{FF2B5EF4-FFF2-40B4-BE49-F238E27FC236}">
                        <a16:creationId xmlns:a16="http://schemas.microsoft.com/office/drawing/2014/main" id="{188BC365-3CDF-334C-BC55-2F9D1AEA6B90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336" y="2000"/>
                    <a:ext cx="154" cy="13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r>
                      <a:rPr lang="en-US" altLang="en-US" sz="80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rPr>
                      <a:t>H</a:t>
                    </a:r>
                  </a:p>
                </p:txBody>
              </p:sp>
              <p:sp>
                <p:nvSpPr>
                  <p:cNvPr id="52454" name="Text Box 80">
                    <a:extLst>
                      <a:ext uri="{FF2B5EF4-FFF2-40B4-BE49-F238E27FC236}">
                        <a16:creationId xmlns:a16="http://schemas.microsoft.com/office/drawing/2014/main" id="{D32AB34D-7CE9-BF46-8B59-D760288A84EC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460" y="2001"/>
                    <a:ext cx="154" cy="13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r>
                      <a:rPr lang="en-US" altLang="en-US" sz="80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rPr>
                      <a:t>H</a:t>
                    </a:r>
                  </a:p>
                </p:txBody>
              </p:sp>
              <p:sp>
                <p:nvSpPr>
                  <p:cNvPr id="52455" name="Text Box 81">
                    <a:extLst>
                      <a:ext uri="{FF2B5EF4-FFF2-40B4-BE49-F238E27FC236}">
                        <a16:creationId xmlns:a16="http://schemas.microsoft.com/office/drawing/2014/main" id="{2AA6140F-E40B-6A44-8D96-224499437150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400" y="2073"/>
                    <a:ext cx="154" cy="13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r>
                      <a:rPr lang="en-US" altLang="en-US" sz="80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rPr>
                      <a:t>O</a:t>
                    </a:r>
                  </a:p>
                </p:txBody>
              </p:sp>
              <p:sp>
                <p:nvSpPr>
                  <p:cNvPr id="52456" name="Line 82">
                    <a:extLst>
                      <a:ext uri="{FF2B5EF4-FFF2-40B4-BE49-F238E27FC236}">
                        <a16:creationId xmlns:a16="http://schemas.microsoft.com/office/drawing/2014/main" id="{165A9142-7EF2-014D-829E-B0AB6849161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506" y="2099"/>
                    <a:ext cx="15" cy="16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52457" name="Line 83">
                    <a:extLst>
                      <a:ext uri="{FF2B5EF4-FFF2-40B4-BE49-F238E27FC236}">
                        <a16:creationId xmlns:a16="http://schemas.microsoft.com/office/drawing/2014/main" id="{05C74757-5126-BA44-AA45-0E637FC01080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2444" y="2096"/>
                    <a:ext cx="15" cy="19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52423" name="Group 84">
                  <a:extLst>
                    <a:ext uri="{FF2B5EF4-FFF2-40B4-BE49-F238E27FC236}">
                      <a16:creationId xmlns:a16="http://schemas.microsoft.com/office/drawing/2014/main" id="{8E8676F9-F9E9-F044-951C-8835B0B811DB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 rot="-708479">
                  <a:off x="2310" y="2756"/>
                  <a:ext cx="278" cy="208"/>
                  <a:chOff x="2336" y="2000"/>
                  <a:chExt cx="278" cy="208"/>
                </a:xfrm>
              </p:grpSpPr>
              <p:sp>
                <p:nvSpPr>
                  <p:cNvPr id="52448" name="Text Box 85">
                    <a:extLst>
                      <a:ext uri="{FF2B5EF4-FFF2-40B4-BE49-F238E27FC236}">
                        <a16:creationId xmlns:a16="http://schemas.microsoft.com/office/drawing/2014/main" id="{53E52216-5233-0642-A28F-FFEA181880F3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336" y="2000"/>
                    <a:ext cx="154" cy="13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r>
                      <a:rPr lang="en-US" altLang="en-US" sz="80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rPr>
                      <a:t>H</a:t>
                    </a:r>
                  </a:p>
                </p:txBody>
              </p:sp>
              <p:sp>
                <p:nvSpPr>
                  <p:cNvPr id="52449" name="Text Box 86">
                    <a:extLst>
                      <a:ext uri="{FF2B5EF4-FFF2-40B4-BE49-F238E27FC236}">
                        <a16:creationId xmlns:a16="http://schemas.microsoft.com/office/drawing/2014/main" id="{AE74FDB1-FBE6-6A4F-AD8C-AA5168D54F34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460" y="2001"/>
                    <a:ext cx="154" cy="13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r>
                      <a:rPr lang="en-US" altLang="en-US" sz="80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rPr>
                      <a:t>H</a:t>
                    </a:r>
                  </a:p>
                </p:txBody>
              </p:sp>
              <p:sp>
                <p:nvSpPr>
                  <p:cNvPr id="52450" name="Text Box 87">
                    <a:extLst>
                      <a:ext uri="{FF2B5EF4-FFF2-40B4-BE49-F238E27FC236}">
                        <a16:creationId xmlns:a16="http://schemas.microsoft.com/office/drawing/2014/main" id="{0BB8F8D7-0AC9-C54B-BC0C-8D843DEB532F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400" y="2073"/>
                    <a:ext cx="154" cy="13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r>
                      <a:rPr lang="en-US" altLang="en-US" sz="80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rPr>
                      <a:t>O</a:t>
                    </a:r>
                  </a:p>
                </p:txBody>
              </p:sp>
              <p:sp>
                <p:nvSpPr>
                  <p:cNvPr id="52451" name="Line 88">
                    <a:extLst>
                      <a:ext uri="{FF2B5EF4-FFF2-40B4-BE49-F238E27FC236}">
                        <a16:creationId xmlns:a16="http://schemas.microsoft.com/office/drawing/2014/main" id="{2D652828-56B4-F244-BF01-BCD60ABCD23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506" y="2099"/>
                    <a:ext cx="15" cy="16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52452" name="Line 89">
                    <a:extLst>
                      <a:ext uri="{FF2B5EF4-FFF2-40B4-BE49-F238E27FC236}">
                        <a16:creationId xmlns:a16="http://schemas.microsoft.com/office/drawing/2014/main" id="{67EB8712-B7F9-8448-B923-21BFB98E8C1F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2444" y="2096"/>
                    <a:ext cx="15" cy="19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52424" name="Group 90">
                  <a:extLst>
                    <a:ext uri="{FF2B5EF4-FFF2-40B4-BE49-F238E27FC236}">
                      <a16:creationId xmlns:a16="http://schemas.microsoft.com/office/drawing/2014/main" id="{38E333F2-8817-A34D-B923-6BDD11535C3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247" y="3101"/>
                  <a:ext cx="278" cy="208"/>
                  <a:chOff x="2336" y="2000"/>
                  <a:chExt cx="278" cy="208"/>
                </a:xfrm>
              </p:grpSpPr>
              <p:sp>
                <p:nvSpPr>
                  <p:cNvPr id="52443" name="Text Box 91">
                    <a:extLst>
                      <a:ext uri="{FF2B5EF4-FFF2-40B4-BE49-F238E27FC236}">
                        <a16:creationId xmlns:a16="http://schemas.microsoft.com/office/drawing/2014/main" id="{44D711D3-3D84-DB47-BD0F-D6A21567FEFB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336" y="2000"/>
                    <a:ext cx="154" cy="13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r>
                      <a:rPr lang="en-US" altLang="en-US" sz="80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rPr>
                      <a:t>H</a:t>
                    </a:r>
                  </a:p>
                </p:txBody>
              </p:sp>
              <p:sp>
                <p:nvSpPr>
                  <p:cNvPr id="52444" name="Text Box 92">
                    <a:extLst>
                      <a:ext uri="{FF2B5EF4-FFF2-40B4-BE49-F238E27FC236}">
                        <a16:creationId xmlns:a16="http://schemas.microsoft.com/office/drawing/2014/main" id="{B20BDB9E-4FCB-FB4B-A3C5-BCC866C32E98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460" y="2001"/>
                    <a:ext cx="154" cy="13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r>
                      <a:rPr lang="en-US" altLang="en-US" sz="80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rPr>
                      <a:t>H</a:t>
                    </a:r>
                  </a:p>
                </p:txBody>
              </p:sp>
              <p:sp>
                <p:nvSpPr>
                  <p:cNvPr id="52445" name="Text Box 93">
                    <a:extLst>
                      <a:ext uri="{FF2B5EF4-FFF2-40B4-BE49-F238E27FC236}">
                        <a16:creationId xmlns:a16="http://schemas.microsoft.com/office/drawing/2014/main" id="{99697200-4E8A-A64C-B778-5DA6F460CE31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400" y="2073"/>
                    <a:ext cx="154" cy="13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r>
                      <a:rPr lang="en-US" altLang="en-US" sz="80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rPr>
                      <a:t>O</a:t>
                    </a:r>
                  </a:p>
                </p:txBody>
              </p:sp>
              <p:sp>
                <p:nvSpPr>
                  <p:cNvPr id="52446" name="Line 94">
                    <a:extLst>
                      <a:ext uri="{FF2B5EF4-FFF2-40B4-BE49-F238E27FC236}">
                        <a16:creationId xmlns:a16="http://schemas.microsoft.com/office/drawing/2014/main" id="{E97871B9-7579-C949-90C7-0DAC5231FA75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506" y="2099"/>
                    <a:ext cx="15" cy="16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52447" name="Line 95">
                    <a:extLst>
                      <a:ext uri="{FF2B5EF4-FFF2-40B4-BE49-F238E27FC236}">
                        <a16:creationId xmlns:a16="http://schemas.microsoft.com/office/drawing/2014/main" id="{1E867F06-30CA-8849-9D0A-439CC7BB0A58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2444" y="2096"/>
                    <a:ext cx="15" cy="19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52425" name="Group 96">
                  <a:extLst>
                    <a:ext uri="{FF2B5EF4-FFF2-40B4-BE49-F238E27FC236}">
                      <a16:creationId xmlns:a16="http://schemas.microsoft.com/office/drawing/2014/main" id="{BAFABBAD-FAB8-0249-A4FB-9DCF26F8DFF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 rot="-866158">
                  <a:off x="1747" y="2887"/>
                  <a:ext cx="278" cy="208"/>
                  <a:chOff x="2336" y="2000"/>
                  <a:chExt cx="278" cy="208"/>
                </a:xfrm>
              </p:grpSpPr>
              <p:sp>
                <p:nvSpPr>
                  <p:cNvPr id="52438" name="Text Box 97">
                    <a:extLst>
                      <a:ext uri="{FF2B5EF4-FFF2-40B4-BE49-F238E27FC236}">
                        <a16:creationId xmlns:a16="http://schemas.microsoft.com/office/drawing/2014/main" id="{30A4D2ED-DE97-C243-8CB9-54F58BD52995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336" y="2000"/>
                    <a:ext cx="154" cy="13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r>
                      <a:rPr lang="en-US" altLang="en-US" sz="80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rPr>
                      <a:t>H</a:t>
                    </a:r>
                  </a:p>
                </p:txBody>
              </p:sp>
              <p:sp>
                <p:nvSpPr>
                  <p:cNvPr id="52439" name="Text Box 98">
                    <a:extLst>
                      <a:ext uri="{FF2B5EF4-FFF2-40B4-BE49-F238E27FC236}">
                        <a16:creationId xmlns:a16="http://schemas.microsoft.com/office/drawing/2014/main" id="{CBA3379C-CECB-1A49-A72C-C39A59B4605C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460" y="2001"/>
                    <a:ext cx="154" cy="13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r>
                      <a:rPr lang="en-US" altLang="en-US" sz="80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rPr>
                      <a:t>H</a:t>
                    </a:r>
                  </a:p>
                </p:txBody>
              </p:sp>
              <p:sp>
                <p:nvSpPr>
                  <p:cNvPr id="52440" name="Text Box 99">
                    <a:extLst>
                      <a:ext uri="{FF2B5EF4-FFF2-40B4-BE49-F238E27FC236}">
                        <a16:creationId xmlns:a16="http://schemas.microsoft.com/office/drawing/2014/main" id="{8239A9C9-35B6-CD44-A3A8-7CF369981396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400" y="2073"/>
                    <a:ext cx="154" cy="13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r>
                      <a:rPr lang="en-US" altLang="en-US" sz="80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rPr>
                      <a:t>O</a:t>
                    </a:r>
                  </a:p>
                </p:txBody>
              </p:sp>
              <p:sp>
                <p:nvSpPr>
                  <p:cNvPr id="52441" name="Line 100">
                    <a:extLst>
                      <a:ext uri="{FF2B5EF4-FFF2-40B4-BE49-F238E27FC236}">
                        <a16:creationId xmlns:a16="http://schemas.microsoft.com/office/drawing/2014/main" id="{C2CBB97A-34EA-4F40-9A52-EFD9647E6BA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506" y="2099"/>
                    <a:ext cx="15" cy="16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52442" name="Line 101">
                    <a:extLst>
                      <a:ext uri="{FF2B5EF4-FFF2-40B4-BE49-F238E27FC236}">
                        <a16:creationId xmlns:a16="http://schemas.microsoft.com/office/drawing/2014/main" id="{44491A5E-69C2-1B40-8815-49DD80A542E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2444" y="2096"/>
                    <a:ext cx="15" cy="19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52426" name="Group 102">
                  <a:extLst>
                    <a:ext uri="{FF2B5EF4-FFF2-40B4-BE49-F238E27FC236}">
                      <a16:creationId xmlns:a16="http://schemas.microsoft.com/office/drawing/2014/main" id="{55F8C621-78DB-B74D-9B3D-59A8EDD1DED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686" y="3092"/>
                  <a:ext cx="278" cy="208"/>
                  <a:chOff x="2336" y="2000"/>
                  <a:chExt cx="278" cy="208"/>
                </a:xfrm>
              </p:grpSpPr>
              <p:sp>
                <p:nvSpPr>
                  <p:cNvPr id="52433" name="Text Box 103">
                    <a:extLst>
                      <a:ext uri="{FF2B5EF4-FFF2-40B4-BE49-F238E27FC236}">
                        <a16:creationId xmlns:a16="http://schemas.microsoft.com/office/drawing/2014/main" id="{20CFE24E-9EE2-8A4B-8BDA-CCAFF4F0B7EA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336" y="2000"/>
                    <a:ext cx="154" cy="13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r>
                      <a:rPr lang="en-US" altLang="en-US" sz="80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rPr>
                      <a:t>H</a:t>
                    </a:r>
                  </a:p>
                </p:txBody>
              </p:sp>
              <p:sp>
                <p:nvSpPr>
                  <p:cNvPr id="52434" name="Text Box 104">
                    <a:extLst>
                      <a:ext uri="{FF2B5EF4-FFF2-40B4-BE49-F238E27FC236}">
                        <a16:creationId xmlns:a16="http://schemas.microsoft.com/office/drawing/2014/main" id="{F1DF3A9E-BE5B-624F-A7BC-79453098F356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460" y="2001"/>
                    <a:ext cx="154" cy="13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r>
                      <a:rPr lang="en-US" altLang="en-US" sz="80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rPr>
                      <a:t>H</a:t>
                    </a:r>
                  </a:p>
                </p:txBody>
              </p:sp>
              <p:sp>
                <p:nvSpPr>
                  <p:cNvPr id="52435" name="Text Box 105">
                    <a:extLst>
                      <a:ext uri="{FF2B5EF4-FFF2-40B4-BE49-F238E27FC236}">
                        <a16:creationId xmlns:a16="http://schemas.microsoft.com/office/drawing/2014/main" id="{86925F60-CDDE-6F46-8F1B-8C6CF1FFA6F4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400" y="2073"/>
                    <a:ext cx="154" cy="13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r>
                      <a:rPr lang="en-US" altLang="en-US" sz="80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rPr>
                      <a:t>O</a:t>
                    </a:r>
                  </a:p>
                </p:txBody>
              </p:sp>
              <p:sp>
                <p:nvSpPr>
                  <p:cNvPr id="52436" name="Line 106">
                    <a:extLst>
                      <a:ext uri="{FF2B5EF4-FFF2-40B4-BE49-F238E27FC236}">
                        <a16:creationId xmlns:a16="http://schemas.microsoft.com/office/drawing/2014/main" id="{9723E9D9-1173-C344-8C99-205F2A37DF7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506" y="2099"/>
                    <a:ext cx="15" cy="16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52437" name="Line 107">
                    <a:extLst>
                      <a:ext uri="{FF2B5EF4-FFF2-40B4-BE49-F238E27FC236}">
                        <a16:creationId xmlns:a16="http://schemas.microsoft.com/office/drawing/2014/main" id="{16FD8F99-329F-E746-B069-E959954FBF01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2444" y="2096"/>
                    <a:ext cx="15" cy="19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52427" name="Group 108">
                  <a:extLst>
                    <a:ext uri="{FF2B5EF4-FFF2-40B4-BE49-F238E27FC236}">
                      <a16:creationId xmlns:a16="http://schemas.microsoft.com/office/drawing/2014/main" id="{CB71552D-D674-4744-9281-B00C9C793850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951" y="2976"/>
                  <a:ext cx="278" cy="208"/>
                  <a:chOff x="2336" y="2000"/>
                  <a:chExt cx="278" cy="208"/>
                </a:xfrm>
              </p:grpSpPr>
              <p:sp>
                <p:nvSpPr>
                  <p:cNvPr id="52428" name="Text Box 109">
                    <a:extLst>
                      <a:ext uri="{FF2B5EF4-FFF2-40B4-BE49-F238E27FC236}">
                        <a16:creationId xmlns:a16="http://schemas.microsoft.com/office/drawing/2014/main" id="{4761EFD5-871D-5147-ADC0-A29CAD69C4B5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336" y="2000"/>
                    <a:ext cx="154" cy="13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r>
                      <a:rPr lang="en-US" altLang="en-US" sz="80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rPr>
                      <a:t>H</a:t>
                    </a:r>
                  </a:p>
                </p:txBody>
              </p:sp>
              <p:sp>
                <p:nvSpPr>
                  <p:cNvPr id="52429" name="Text Box 110">
                    <a:extLst>
                      <a:ext uri="{FF2B5EF4-FFF2-40B4-BE49-F238E27FC236}">
                        <a16:creationId xmlns:a16="http://schemas.microsoft.com/office/drawing/2014/main" id="{0B87CFCE-0707-C847-BE0E-DA22ACF524FD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460" y="2001"/>
                    <a:ext cx="154" cy="13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r>
                      <a:rPr lang="en-US" altLang="en-US" sz="80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rPr>
                      <a:t>H</a:t>
                    </a:r>
                  </a:p>
                </p:txBody>
              </p:sp>
              <p:sp>
                <p:nvSpPr>
                  <p:cNvPr id="52430" name="Text Box 111">
                    <a:extLst>
                      <a:ext uri="{FF2B5EF4-FFF2-40B4-BE49-F238E27FC236}">
                        <a16:creationId xmlns:a16="http://schemas.microsoft.com/office/drawing/2014/main" id="{2BB9DF7D-BD54-9D4E-A260-1A898F479107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400" y="2073"/>
                    <a:ext cx="154" cy="13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r>
                      <a:rPr lang="en-US" altLang="en-US" sz="80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rPr>
                      <a:t>O</a:t>
                    </a:r>
                  </a:p>
                </p:txBody>
              </p:sp>
              <p:sp>
                <p:nvSpPr>
                  <p:cNvPr id="52431" name="Line 112">
                    <a:extLst>
                      <a:ext uri="{FF2B5EF4-FFF2-40B4-BE49-F238E27FC236}">
                        <a16:creationId xmlns:a16="http://schemas.microsoft.com/office/drawing/2014/main" id="{EBC638B9-130F-2340-890B-FD96D2592401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506" y="2099"/>
                    <a:ext cx="15" cy="16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52432" name="Line 113">
                    <a:extLst>
                      <a:ext uri="{FF2B5EF4-FFF2-40B4-BE49-F238E27FC236}">
                        <a16:creationId xmlns:a16="http://schemas.microsoft.com/office/drawing/2014/main" id="{578CB422-B51D-814E-8ABD-A867821ABA29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2444" y="2096"/>
                    <a:ext cx="15" cy="19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</p:grpSp>
          <p:sp>
            <p:nvSpPr>
              <p:cNvPr id="52399" name="Rectangle 114">
                <a:extLst>
                  <a:ext uri="{FF2B5EF4-FFF2-40B4-BE49-F238E27FC236}">
                    <a16:creationId xmlns:a16="http://schemas.microsoft.com/office/drawing/2014/main" id="{2813FCC8-4429-1745-BC99-F43BA1C2C9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18" y="2156"/>
                <a:ext cx="1200" cy="1200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280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52397" name="Text Box 115">
              <a:extLst>
                <a:ext uri="{FF2B5EF4-FFF2-40B4-BE49-F238E27FC236}">
                  <a16:creationId xmlns:a16="http://schemas.microsoft.com/office/drawing/2014/main" id="{E280FFCA-1702-5843-A314-B9E3C533F2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10" y="3366"/>
              <a:ext cx="1008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solidFill>
                    <a:srgbClr val="000000"/>
                  </a:solidFill>
                  <a:latin typeface="Times New Roman" panose="02020603050405020304" pitchFamily="18" charset="0"/>
                </a:rPr>
                <a:t>VASOGENIC EDEMA</a:t>
              </a:r>
            </a:p>
          </p:txBody>
        </p:sp>
      </p:grpSp>
      <p:grpSp>
        <p:nvGrpSpPr>
          <p:cNvPr id="21" name="Group 116">
            <a:extLst>
              <a:ext uri="{FF2B5EF4-FFF2-40B4-BE49-F238E27FC236}">
                <a16:creationId xmlns:a16="http://schemas.microsoft.com/office/drawing/2014/main" id="{AFF88D5A-2658-7141-95D4-0DE043831B21}"/>
              </a:ext>
            </a:extLst>
          </p:cNvPr>
          <p:cNvGrpSpPr>
            <a:grpSpLocks/>
          </p:cNvGrpSpPr>
          <p:nvPr/>
        </p:nvGrpSpPr>
        <p:grpSpPr bwMode="auto">
          <a:xfrm>
            <a:off x="4343400" y="3813175"/>
            <a:ext cx="2590800" cy="2859088"/>
            <a:chOff x="1248" y="1920"/>
            <a:chExt cx="1632" cy="1801"/>
          </a:xfrm>
        </p:grpSpPr>
        <p:grpSp>
          <p:nvGrpSpPr>
            <p:cNvPr id="52371" name="Group 117">
              <a:extLst>
                <a:ext uri="{FF2B5EF4-FFF2-40B4-BE49-F238E27FC236}">
                  <a16:creationId xmlns:a16="http://schemas.microsoft.com/office/drawing/2014/main" id="{4EEFBB44-308F-794D-9700-D2BD54BA817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48" y="1920"/>
              <a:ext cx="1632" cy="1746"/>
              <a:chOff x="1248" y="1920"/>
              <a:chExt cx="1632" cy="1746"/>
            </a:xfrm>
          </p:grpSpPr>
          <p:grpSp>
            <p:nvGrpSpPr>
              <p:cNvPr id="52373" name="Group 118">
                <a:extLst>
                  <a:ext uri="{FF2B5EF4-FFF2-40B4-BE49-F238E27FC236}">
                    <a16:creationId xmlns:a16="http://schemas.microsoft.com/office/drawing/2014/main" id="{7A7E2F01-D9BE-824A-AA9D-BC913949703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248" y="1920"/>
                <a:ext cx="1632" cy="1746"/>
                <a:chOff x="1248" y="1920"/>
                <a:chExt cx="1632" cy="1746"/>
              </a:xfrm>
            </p:grpSpPr>
            <p:grpSp>
              <p:nvGrpSpPr>
                <p:cNvPr id="52375" name="Group 119">
                  <a:extLst>
                    <a:ext uri="{FF2B5EF4-FFF2-40B4-BE49-F238E27FC236}">
                      <a16:creationId xmlns:a16="http://schemas.microsoft.com/office/drawing/2014/main" id="{2759AFFE-6D6E-6445-B34F-474AB0C21D0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248" y="1920"/>
                  <a:ext cx="1632" cy="1746"/>
                  <a:chOff x="1248" y="1920"/>
                  <a:chExt cx="1632" cy="1746"/>
                </a:xfrm>
              </p:grpSpPr>
              <p:sp>
                <p:nvSpPr>
                  <p:cNvPr id="52382" name="Rectangle 120">
                    <a:extLst>
                      <a:ext uri="{FF2B5EF4-FFF2-40B4-BE49-F238E27FC236}">
                        <a16:creationId xmlns:a16="http://schemas.microsoft.com/office/drawing/2014/main" id="{D825D678-0286-394A-A615-835E047B1AF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477" y="2150"/>
                    <a:ext cx="1200" cy="1200"/>
                  </a:xfrm>
                  <a:prstGeom prst="rect">
                    <a:avLst/>
                  </a:prstGeom>
                  <a:solidFill>
                    <a:srgbClr val="FFCC99"/>
                  </a:solidFill>
                  <a:ln w="3810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en-US" altLang="en-US" sz="2800">
                      <a:solidFill>
                        <a:srgbClr val="000000"/>
                      </a:solidFill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52383" name="Oval 121">
                    <a:extLst>
                      <a:ext uri="{FF2B5EF4-FFF2-40B4-BE49-F238E27FC236}">
                        <a16:creationId xmlns:a16="http://schemas.microsoft.com/office/drawing/2014/main" id="{56A0E371-E9D9-1946-8B7B-00B558D1635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921" y="2594"/>
                    <a:ext cx="312" cy="312"/>
                  </a:xfrm>
                  <a:prstGeom prst="ellipse">
                    <a:avLst/>
                  </a:prstGeom>
                  <a:solidFill>
                    <a:srgbClr val="FFFF99"/>
                  </a:solidFill>
                  <a:ln w="15240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en-US" altLang="en-US" sz="2800">
                      <a:solidFill>
                        <a:srgbClr val="000000"/>
                      </a:solidFill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52384" name="Oval 122">
                    <a:extLst>
                      <a:ext uri="{FF2B5EF4-FFF2-40B4-BE49-F238E27FC236}">
                        <a16:creationId xmlns:a16="http://schemas.microsoft.com/office/drawing/2014/main" id="{0E956FD0-E3FE-8A4A-B5C7-390269E597B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921" y="1982"/>
                    <a:ext cx="312" cy="312"/>
                  </a:xfrm>
                  <a:prstGeom prst="ellipse">
                    <a:avLst/>
                  </a:prstGeom>
                  <a:solidFill>
                    <a:srgbClr val="FFFF99"/>
                  </a:solidFill>
                  <a:ln w="15240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en-US" altLang="en-US" sz="2800">
                      <a:solidFill>
                        <a:srgbClr val="000000"/>
                      </a:solidFill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52385" name="Oval 123">
                    <a:extLst>
                      <a:ext uri="{FF2B5EF4-FFF2-40B4-BE49-F238E27FC236}">
                        <a16:creationId xmlns:a16="http://schemas.microsoft.com/office/drawing/2014/main" id="{E38C668D-B824-C24D-BC3F-9649D5FC25C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921" y="3230"/>
                    <a:ext cx="312" cy="312"/>
                  </a:xfrm>
                  <a:prstGeom prst="ellipse">
                    <a:avLst/>
                  </a:prstGeom>
                  <a:solidFill>
                    <a:srgbClr val="FFFF99"/>
                  </a:solidFill>
                  <a:ln w="15240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en-US" altLang="en-US" sz="2800">
                      <a:solidFill>
                        <a:srgbClr val="000000"/>
                      </a:solidFill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52386" name="Oval 124">
                    <a:extLst>
                      <a:ext uri="{FF2B5EF4-FFF2-40B4-BE49-F238E27FC236}">
                        <a16:creationId xmlns:a16="http://schemas.microsoft.com/office/drawing/2014/main" id="{F15A25DF-25AA-7948-9A79-A37C75617F7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509" y="2222"/>
                    <a:ext cx="312" cy="312"/>
                  </a:xfrm>
                  <a:prstGeom prst="ellipse">
                    <a:avLst/>
                  </a:prstGeom>
                  <a:solidFill>
                    <a:srgbClr val="FFFF99"/>
                  </a:solidFill>
                  <a:ln w="15240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en-US" altLang="en-US" sz="2800">
                      <a:solidFill>
                        <a:srgbClr val="000000"/>
                      </a:solidFill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52387" name="Oval 125">
                    <a:extLst>
                      <a:ext uri="{FF2B5EF4-FFF2-40B4-BE49-F238E27FC236}">
                        <a16:creationId xmlns:a16="http://schemas.microsoft.com/office/drawing/2014/main" id="{C8846CA6-3C04-3246-9D25-18AAFCDFD23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509" y="2942"/>
                    <a:ext cx="312" cy="312"/>
                  </a:xfrm>
                  <a:prstGeom prst="ellipse">
                    <a:avLst/>
                  </a:prstGeom>
                  <a:solidFill>
                    <a:srgbClr val="FFFF99"/>
                  </a:solidFill>
                  <a:ln w="15240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en-US" altLang="en-US" sz="2800">
                      <a:solidFill>
                        <a:srgbClr val="000000"/>
                      </a:solidFill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52388" name="Oval 126">
                    <a:extLst>
                      <a:ext uri="{FF2B5EF4-FFF2-40B4-BE49-F238E27FC236}">
                        <a16:creationId xmlns:a16="http://schemas.microsoft.com/office/drawing/2014/main" id="{16EAC541-D2FE-6641-B9A9-E567E2E9454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309" y="2222"/>
                    <a:ext cx="312" cy="312"/>
                  </a:xfrm>
                  <a:prstGeom prst="ellipse">
                    <a:avLst/>
                  </a:prstGeom>
                  <a:solidFill>
                    <a:srgbClr val="FFFF99"/>
                  </a:solidFill>
                  <a:ln w="15240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en-US" altLang="en-US" sz="2800">
                      <a:solidFill>
                        <a:srgbClr val="000000"/>
                      </a:solidFill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52389" name="Oval 127">
                    <a:extLst>
                      <a:ext uri="{FF2B5EF4-FFF2-40B4-BE49-F238E27FC236}">
                        <a16:creationId xmlns:a16="http://schemas.microsoft.com/office/drawing/2014/main" id="{2FC34113-2126-EA47-91D8-CA74A6EC3B1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309" y="2942"/>
                    <a:ext cx="312" cy="312"/>
                  </a:xfrm>
                  <a:prstGeom prst="ellipse">
                    <a:avLst/>
                  </a:prstGeom>
                  <a:solidFill>
                    <a:srgbClr val="FFFF99"/>
                  </a:solidFill>
                  <a:ln w="15240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en-US" altLang="en-US" sz="2800">
                      <a:solidFill>
                        <a:srgbClr val="000000"/>
                      </a:solidFill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52390" name="Rectangle 128">
                    <a:extLst>
                      <a:ext uri="{FF2B5EF4-FFF2-40B4-BE49-F238E27FC236}">
                        <a16:creationId xmlns:a16="http://schemas.microsoft.com/office/drawing/2014/main" id="{04D9EBC1-571F-EA42-A9F9-B2A4341144C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248" y="2126"/>
                    <a:ext cx="217" cy="476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en-US" altLang="en-US" sz="2800">
                      <a:solidFill>
                        <a:srgbClr val="000000"/>
                      </a:solidFill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52391" name="Rectangle 129">
                    <a:extLst>
                      <a:ext uri="{FF2B5EF4-FFF2-40B4-BE49-F238E27FC236}">
                        <a16:creationId xmlns:a16="http://schemas.microsoft.com/office/drawing/2014/main" id="{4A963FDC-1F9D-7C40-80A5-880FAE09212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260" y="2848"/>
                    <a:ext cx="205" cy="476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en-US" altLang="en-US" sz="2800">
                      <a:solidFill>
                        <a:srgbClr val="000000"/>
                      </a:solidFill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52392" name="Rectangle 130">
                    <a:extLst>
                      <a:ext uri="{FF2B5EF4-FFF2-40B4-BE49-F238E27FC236}">
                        <a16:creationId xmlns:a16="http://schemas.microsoft.com/office/drawing/2014/main" id="{FE40025C-7388-6743-A68A-F283D3955E7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689" y="2122"/>
                    <a:ext cx="191" cy="476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en-US" altLang="en-US" sz="2800">
                      <a:solidFill>
                        <a:srgbClr val="000000"/>
                      </a:solidFill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52393" name="Rectangle 131">
                    <a:extLst>
                      <a:ext uri="{FF2B5EF4-FFF2-40B4-BE49-F238E27FC236}">
                        <a16:creationId xmlns:a16="http://schemas.microsoft.com/office/drawing/2014/main" id="{EAD1512B-F205-6040-A93D-C331EA43BCE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689" y="2878"/>
                    <a:ext cx="191" cy="476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en-US" altLang="en-US" sz="2800">
                      <a:solidFill>
                        <a:srgbClr val="000000"/>
                      </a:solidFill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52394" name="Rectangle 132">
                    <a:extLst>
                      <a:ext uri="{FF2B5EF4-FFF2-40B4-BE49-F238E27FC236}">
                        <a16:creationId xmlns:a16="http://schemas.microsoft.com/office/drawing/2014/main" id="{0D42CFFE-57C4-9042-B7D9-8F9E202611C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835" y="3362"/>
                    <a:ext cx="486" cy="304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en-US" altLang="en-US" sz="2800">
                      <a:solidFill>
                        <a:srgbClr val="000000"/>
                      </a:solidFill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52395" name="Rectangle 133">
                    <a:extLst>
                      <a:ext uri="{FF2B5EF4-FFF2-40B4-BE49-F238E27FC236}">
                        <a16:creationId xmlns:a16="http://schemas.microsoft.com/office/drawing/2014/main" id="{62F4087C-9A17-2B49-8881-584775D7688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847" y="1920"/>
                    <a:ext cx="486" cy="218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en-US" altLang="en-US" sz="2800">
                      <a:solidFill>
                        <a:srgbClr val="000000"/>
                      </a:solidFill>
                      <a:latin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52376" name="AutoShape 134">
                  <a:extLst>
                    <a:ext uri="{FF2B5EF4-FFF2-40B4-BE49-F238E27FC236}">
                      <a16:creationId xmlns:a16="http://schemas.microsoft.com/office/drawing/2014/main" id="{BC89C615-00E7-0742-A269-85EB973AE9F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696111">
                  <a:off x="1599" y="2266"/>
                  <a:ext cx="576" cy="240"/>
                </a:xfrm>
                <a:prstGeom prst="irregularSeal1">
                  <a:avLst/>
                </a:prstGeom>
                <a:solidFill>
                  <a:srgbClr val="FF505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2800">
                    <a:solidFill>
                      <a:srgbClr val="000000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2377" name="AutoShape 135">
                  <a:extLst>
                    <a:ext uri="{FF2B5EF4-FFF2-40B4-BE49-F238E27FC236}">
                      <a16:creationId xmlns:a16="http://schemas.microsoft.com/office/drawing/2014/main" id="{227833A4-798C-634E-A8A2-8C67D72B871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9078349">
                  <a:off x="1983" y="2746"/>
                  <a:ext cx="672" cy="456"/>
                </a:xfrm>
                <a:prstGeom prst="irregularSeal1">
                  <a:avLst/>
                </a:prstGeom>
                <a:solidFill>
                  <a:srgbClr val="FF505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2800">
                    <a:solidFill>
                      <a:srgbClr val="000000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2378" name="AutoShape 136">
                  <a:extLst>
                    <a:ext uri="{FF2B5EF4-FFF2-40B4-BE49-F238E27FC236}">
                      <a16:creationId xmlns:a16="http://schemas.microsoft.com/office/drawing/2014/main" id="{DF6642A0-DEDB-EE43-B67B-417A20B616B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696111">
                  <a:off x="1527" y="2443"/>
                  <a:ext cx="384" cy="480"/>
                </a:xfrm>
                <a:prstGeom prst="irregularSeal1">
                  <a:avLst/>
                </a:prstGeom>
                <a:solidFill>
                  <a:srgbClr val="FF505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2800">
                    <a:solidFill>
                      <a:srgbClr val="000000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2379" name="AutoShape 137">
                  <a:extLst>
                    <a:ext uri="{FF2B5EF4-FFF2-40B4-BE49-F238E27FC236}">
                      <a16:creationId xmlns:a16="http://schemas.microsoft.com/office/drawing/2014/main" id="{C12003A9-6263-A747-8B41-A5D2296CDAA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432154">
                  <a:off x="2230" y="2477"/>
                  <a:ext cx="384" cy="288"/>
                </a:xfrm>
                <a:prstGeom prst="irregularSeal1">
                  <a:avLst/>
                </a:prstGeom>
                <a:solidFill>
                  <a:srgbClr val="FF505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2800">
                    <a:solidFill>
                      <a:srgbClr val="000000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2380" name="AutoShape 138">
                  <a:extLst>
                    <a:ext uri="{FF2B5EF4-FFF2-40B4-BE49-F238E27FC236}">
                      <a16:creationId xmlns:a16="http://schemas.microsoft.com/office/drawing/2014/main" id="{CDC32DC2-1E24-514C-81ED-9DF9FA59905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-1023993">
                  <a:off x="2127" y="2170"/>
                  <a:ext cx="384" cy="336"/>
                </a:xfrm>
                <a:prstGeom prst="irregularSeal1">
                  <a:avLst/>
                </a:prstGeom>
                <a:solidFill>
                  <a:srgbClr val="FF505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2800">
                    <a:solidFill>
                      <a:srgbClr val="000000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2381" name="AutoShape 139">
                  <a:extLst>
                    <a:ext uri="{FF2B5EF4-FFF2-40B4-BE49-F238E27FC236}">
                      <a16:creationId xmlns:a16="http://schemas.microsoft.com/office/drawing/2014/main" id="{BE646474-05B6-1D46-908F-02FCAEC7E19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3926551">
                  <a:off x="1624" y="2817"/>
                  <a:ext cx="382" cy="528"/>
                </a:xfrm>
                <a:prstGeom prst="irregularSeal1">
                  <a:avLst/>
                </a:prstGeom>
                <a:solidFill>
                  <a:srgbClr val="FF505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2800">
                    <a:solidFill>
                      <a:srgbClr val="000000"/>
                    </a:solidFill>
                    <a:latin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52374" name="Rectangle 140">
                <a:extLst>
                  <a:ext uri="{FF2B5EF4-FFF2-40B4-BE49-F238E27FC236}">
                    <a16:creationId xmlns:a16="http://schemas.microsoft.com/office/drawing/2014/main" id="{54A082F1-C5B8-6E41-8918-23218ACAE4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77" y="2151"/>
                <a:ext cx="1200" cy="1200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280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52372" name="Text Box 141">
              <a:extLst>
                <a:ext uri="{FF2B5EF4-FFF2-40B4-BE49-F238E27FC236}">
                  <a16:creationId xmlns:a16="http://schemas.microsoft.com/office/drawing/2014/main" id="{535A0E6A-BC3D-7E46-B8A7-4DB3B33A2E6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93" y="3355"/>
              <a:ext cx="1152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solidFill>
                    <a:srgbClr val="000000"/>
                  </a:solidFill>
                  <a:latin typeface="Times New Roman" panose="02020603050405020304" pitchFamily="18" charset="0"/>
                </a:rPr>
                <a:t>CELLULAR INFILTRATION</a:t>
              </a:r>
            </a:p>
          </p:txBody>
        </p:sp>
      </p:grpSp>
      <p:grpSp>
        <p:nvGrpSpPr>
          <p:cNvPr id="25" name="Group 142">
            <a:extLst>
              <a:ext uri="{FF2B5EF4-FFF2-40B4-BE49-F238E27FC236}">
                <a16:creationId xmlns:a16="http://schemas.microsoft.com/office/drawing/2014/main" id="{4AB9B67D-B1ED-BF42-9BBE-4DB8D54DEEB6}"/>
              </a:ext>
            </a:extLst>
          </p:cNvPr>
          <p:cNvGrpSpPr>
            <a:grpSpLocks/>
          </p:cNvGrpSpPr>
          <p:nvPr/>
        </p:nvGrpSpPr>
        <p:grpSpPr bwMode="auto">
          <a:xfrm>
            <a:off x="6632575" y="3810000"/>
            <a:ext cx="2511425" cy="2771775"/>
            <a:chOff x="4178" y="2400"/>
            <a:chExt cx="1582" cy="1746"/>
          </a:xfrm>
        </p:grpSpPr>
        <p:grpSp>
          <p:nvGrpSpPr>
            <p:cNvPr id="52255" name="Group 143">
              <a:extLst>
                <a:ext uri="{FF2B5EF4-FFF2-40B4-BE49-F238E27FC236}">
                  <a16:creationId xmlns:a16="http://schemas.microsoft.com/office/drawing/2014/main" id="{E53173AF-CE95-9146-AFE3-8A7275C49D7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78" y="2400"/>
              <a:ext cx="1582" cy="1746"/>
              <a:chOff x="4178" y="1920"/>
              <a:chExt cx="1582" cy="1746"/>
            </a:xfrm>
          </p:grpSpPr>
          <p:grpSp>
            <p:nvGrpSpPr>
              <p:cNvPr id="52274" name="Group 144">
                <a:extLst>
                  <a:ext uri="{FF2B5EF4-FFF2-40B4-BE49-F238E27FC236}">
                    <a16:creationId xmlns:a16="http://schemas.microsoft.com/office/drawing/2014/main" id="{34E7C6F5-4EE9-4941-8574-BE0F7E557DE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178" y="1920"/>
                <a:ext cx="1582" cy="1746"/>
                <a:chOff x="4178" y="1920"/>
                <a:chExt cx="1582" cy="1746"/>
              </a:xfrm>
            </p:grpSpPr>
            <p:grpSp>
              <p:nvGrpSpPr>
                <p:cNvPr id="52276" name="Group 145">
                  <a:extLst>
                    <a:ext uri="{FF2B5EF4-FFF2-40B4-BE49-F238E27FC236}">
                      <a16:creationId xmlns:a16="http://schemas.microsoft.com/office/drawing/2014/main" id="{508F55DD-208F-6C4B-BE22-C3C7C41E21D3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178" y="1920"/>
                  <a:ext cx="1582" cy="1746"/>
                  <a:chOff x="4178" y="1920"/>
                  <a:chExt cx="1582" cy="1746"/>
                </a:xfrm>
              </p:grpSpPr>
              <p:sp>
                <p:nvSpPr>
                  <p:cNvPr id="52278" name="Rectangle 146">
                    <a:extLst>
                      <a:ext uri="{FF2B5EF4-FFF2-40B4-BE49-F238E27FC236}">
                        <a16:creationId xmlns:a16="http://schemas.microsoft.com/office/drawing/2014/main" id="{CB1AFF13-BF4E-C24F-85D7-1F506F4FB48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404" y="2150"/>
                    <a:ext cx="1200" cy="1200"/>
                  </a:xfrm>
                  <a:prstGeom prst="rect">
                    <a:avLst/>
                  </a:prstGeom>
                  <a:solidFill>
                    <a:schemeClr val="accent1"/>
                  </a:solidFill>
                  <a:ln w="3810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en-US" altLang="en-US" sz="2800">
                      <a:solidFill>
                        <a:srgbClr val="000000"/>
                      </a:solidFill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52279" name="Oval 147">
                    <a:extLst>
                      <a:ext uri="{FF2B5EF4-FFF2-40B4-BE49-F238E27FC236}">
                        <a16:creationId xmlns:a16="http://schemas.microsoft.com/office/drawing/2014/main" id="{623AE0AA-5C6C-EE4E-9475-350E10F59C7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848" y="2594"/>
                    <a:ext cx="312" cy="312"/>
                  </a:xfrm>
                  <a:prstGeom prst="ellipse">
                    <a:avLst/>
                  </a:prstGeom>
                  <a:solidFill>
                    <a:srgbClr val="FFFF99"/>
                  </a:solidFill>
                  <a:ln w="31750">
                    <a:solidFill>
                      <a:schemeClr val="tx1"/>
                    </a:solidFill>
                    <a:prstDash val="dashDot"/>
                    <a:round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en-US" altLang="en-US" sz="2800">
                      <a:solidFill>
                        <a:srgbClr val="000000"/>
                      </a:solidFill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52280" name="Oval 148">
                    <a:extLst>
                      <a:ext uri="{FF2B5EF4-FFF2-40B4-BE49-F238E27FC236}">
                        <a16:creationId xmlns:a16="http://schemas.microsoft.com/office/drawing/2014/main" id="{2520A3E3-DE3E-2A4E-B012-568F0600B12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848" y="1982"/>
                    <a:ext cx="312" cy="312"/>
                  </a:xfrm>
                  <a:prstGeom prst="ellipse">
                    <a:avLst/>
                  </a:prstGeom>
                  <a:solidFill>
                    <a:srgbClr val="FFFF99"/>
                  </a:solidFill>
                  <a:ln w="15240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en-US" altLang="en-US" sz="2800">
                      <a:solidFill>
                        <a:srgbClr val="000000"/>
                      </a:solidFill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52281" name="Oval 149">
                    <a:extLst>
                      <a:ext uri="{FF2B5EF4-FFF2-40B4-BE49-F238E27FC236}">
                        <a16:creationId xmlns:a16="http://schemas.microsoft.com/office/drawing/2014/main" id="{DEEC8D2B-3777-0446-B5A0-294F639112C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436" y="2222"/>
                    <a:ext cx="312" cy="312"/>
                  </a:xfrm>
                  <a:prstGeom prst="ellipse">
                    <a:avLst/>
                  </a:prstGeom>
                  <a:solidFill>
                    <a:srgbClr val="FFFF99"/>
                  </a:solidFill>
                  <a:ln w="31750">
                    <a:solidFill>
                      <a:schemeClr val="tx1"/>
                    </a:solidFill>
                    <a:prstDash val="dashDot"/>
                    <a:round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en-US" altLang="en-US" sz="2800">
                      <a:solidFill>
                        <a:srgbClr val="000000"/>
                      </a:solidFill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52282" name="Oval 150">
                    <a:extLst>
                      <a:ext uri="{FF2B5EF4-FFF2-40B4-BE49-F238E27FC236}">
                        <a16:creationId xmlns:a16="http://schemas.microsoft.com/office/drawing/2014/main" id="{31CEB6E9-D8D5-8A46-8784-C48A90923F7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36" y="2942"/>
                    <a:ext cx="312" cy="312"/>
                  </a:xfrm>
                  <a:prstGeom prst="ellipse">
                    <a:avLst/>
                  </a:prstGeom>
                  <a:solidFill>
                    <a:srgbClr val="FFFF99"/>
                  </a:solidFill>
                  <a:ln w="15240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en-US" altLang="en-US" sz="2800">
                      <a:solidFill>
                        <a:srgbClr val="000000"/>
                      </a:solidFill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52283" name="Rectangle 151">
                    <a:extLst>
                      <a:ext uri="{FF2B5EF4-FFF2-40B4-BE49-F238E27FC236}">
                        <a16:creationId xmlns:a16="http://schemas.microsoft.com/office/drawing/2014/main" id="{3BDEEA88-D7F2-134B-A0E6-48EFCCFCF9B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178" y="2848"/>
                    <a:ext cx="214" cy="476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en-US" altLang="en-US" sz="2800">
                      <a:solidFill>
                        <a:srgbClr val="000000"/>
                      </a:solidFill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52284" name="Rectangle 152">
                    <a:extLst>
                      <a:ext uri="{FF2B5EF4-FFF2-40B4-BE49-F238E27FC236}">
                        <a16:creationId xmlns:a16="http://schemas.microsoft.com/office/drawing/2014/main" id="{5F4A8432-88B2-F24E-8993-B007EA7035D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616" y="2122"/>
                    <a:ext cx="144" cy="476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en-US" altLang="en-US" sz="2800">
                      <a:solidFill>
                        <a:srgbClr val="000000"/>
                      </a:solidFill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52285" name="Rectangle 153">
                    <a:extLst>
                      <a:ext uri="{FF2B5EF4-FFF2-40B4-BE49-F238E27FC236}">
                        <a16:creationId xmlns:a16="http://schemas.microsoft.com/office/drawing/2014/main" id="{98BF7ED3-1358-8440-A121-5CB66F93ED0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762" y="3362"/>
                    <a:ext cx="486" cy="304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en-US" altLang="en-US" sz="2800">
                      <a:solidFill>
                        <a:srgbClr val="000000"/>
                      </a:solidFill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52286" name="Rectangle 154">
                    <a:extLst>
                      <a:ext uri="{FF2B5EF4-FFF2-40B4-BE49-F238E27FC236}">
                        <a16:creationId xmlns:a16="http://schemas.microsoft.com/office/drawing/2014/main" id="{B1F8C16E-4CF8-6F44-BA95-EA35B49F33D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774" y="1920"/>
                    <a:ext cx="486" cy="218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en-US" altLang="en-US" sz="2800">
                      <a:solidFill>
                        <a:srgbClr val="000000"/>
                      </a:solidFill>
                      <a:latin typeface="Times New Roman" panose="02020603050405020304" pitchFamily="18" charset="0"/>
                    </a:endParaRPr>
                  </a:p>
                </p:txBody>
              </p:sp>
              <p:grpSp>
                <p:nvGrpSpPr>
                  <p:cNvPr id="52287" name="Group 155">
                    <a:extLst>
                      <a:ext uri="{FF2B5EF4-FFF2-40B4-BE49-F238E27FC236}">
                        <a16:creationId xmlns:a16="http://schemas.microsoft.com/office/drawing/2014/main" id="{C0B9FEF4-912C-E44C-B9B4-7BD148AC1A1F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559" y="2191"/>
                    <a:ext cx="278" cy="208"/>
                    <a:chOff x="2336" y="2000"/>
                    <a:chExt cx="278" cy="208"/>
                  </a:xfrm>
                </p:grpSpPr>
                <p:sp>
                  <p:nvSpPr>
                    <p:cNvPr id="52366" name="Text Box 156">
                      <a:extLst>
                        <a:ext uri="{FF2B5EF4-FFF2-40B4-BE49-F238E27FC236}">
                          <a16:creationId xmlns:a16="http://schemas.microsoft.com/office/drawing/2014/main" id="{FA4864A4-CD75-FC42-B12B-7413D956EAA6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2336" y="2000"/>
                      <a:ext cx="154" cy="135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har char="•"/>
                        <a:defRPr sz="3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eaLnBrk="1" hangingPunct="1">
                        <a:spcBef>
                          <a:spcPct val="0"/>
                        </a:spcBef>
                        <a:buFontTx/>
                        <a:buNone/>
                      </a:pPr>
                      <a:r>
                        <a:rPr lang="en-US" altLang="en-US" sz="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H</a:t>
                      </a:r>
                    </a:p>
                  </p:txBody>
                </p:sp>
                <p:sp>
                  <p:nvSpPr>
                    <p:cNvPr id="52367" name="Text Box 157">
                      <a:extLst>
                        <a:ext uri="{FF2B5EF4-FFF2-40B4-BE49-F238E27FC236}">
                          <a16:creationId xmlns:a16="http://schemas.microsoft.com/office/drawing/2014/main" id="{CB39136C-F633-8045-88C7-F494163ECCA7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2460" y="2001"/>
                      <a:ext cx="154" cy="135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har char="•"/>
                        <a:defRPr sz="3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eaLnBrk="1" hangingPunct="1">
                        <a:spcBef>
                          <a:spcPct val="0"/>
                        </a:spcBef>
                        <a:buFontTx/>
                        <a:buNone/>
                      </a:pPr>
                      <a:r>
                        <a:rPr lang="en-US" altLang="en-US" sz="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H</a:t>
                      </a:r>
                    </a:p>
                  </p:txBody>
                </p:sp>
                <p:sp>
                  <p:nvSpPr>
                    <p:cNvPr id="52368" name="Text Box 158">
                      <a:extLst>
                        <a:ext uri="{FF2B5EF4-FFF2-40B4-BE49-F238E27FC236}">
                          <a16:creationId xmlns:a16="http://schemas.microsoft.com/office/drawing/2014/main" id="{A2FE1A46-F9B2-6545-A248-209A8DDC8507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2400" y="2073"/>
                      <a:ext cx="154" cy="135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har char="•"/>
                        <a:defRPr sz="3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eaLnBrk="1" hangingPunct="1">
                        <a:spcBef>
                          <a:spcPct val="0"/>
                        </a:spcBef>
                        <a:buFontTx/>
                        <a:buNone/>
                      </a:pPr>
                      <a:r>
                        <a:rPr lang="en-US" altLang="en-US" sz="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O</a:t>
                      </a:r>
                    </a:p>
                  </p:txBody>
                </p:sp>
                <p:sp>
                  <p:nvSpPr>
                    <p:cNvPr id="52369" name="Line 159">
                      <a:extLst>
                        <a:ext uri="{FF2B5EF4-FFF2-40B4-BE49-F238E27FC236}">
                          <a16:creationId xmlns:a16="http://schemas.microsoft.com/office/drawing/2014/main" id="{DA0EA6E5-83F6-3840-9805-C212858529B3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2506" y="2099"/>
                      <a:ext cx="15" cy="16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52370" name="Line 160">
                      <a:extLst>
                        <a:ext uri="{FF2B5EF4-FFF2-40B4-BE49-F238E27FC236}">
                          <a16:creationId xmlns:a16="http://schemas.microsoft.com/office/drawing/2014/main" id="{35D5A17D-6E49-7C44-81F2-F0130089C242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H="1" flipV="1">
                      <a:off x="2444" y="2096"/>
                      <a:ext cx="15" cy="19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</p:grpSp>
              <p:grpSp>
                <p:nvGrpSpPr>
                  <p:cNvPr id="52288" name="Group 161">
                    <a:extLst>
                      <a:ext uri="{FF2B5EF4-FFF2-40B4-BE49-F238E27FC236}">
                        <a16:creationId xmlns:a16="http://schemas.microsoft.com/office/drawing/2014/main" id="{A8352255-1EC2-CD47-8673-EA1162697A47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 rot="-281951">
                    <a:off x="4460" y="2533"/>
                    <a:ext cx="278" cy="208"/>
                    <a:chOff x="2336" y="2000"/>
                    <a:chExt cx="278" cy="208"/>
                  </a:xfrm>
                </p:grpSpPr>
                <p:sp>
                  <p:nvSpPr>
                    <p:cNvPr id="52361" name="Text Box 162">
                      <a:extLst>
                        <a:ext uri="{FF2B5EF4-FFF2-40B4-BE49-F238E27FC236}">
                          <a16:creationId xmlns:a16="http://schemas.microsoft.com/office/drawing/2014/main" id="{96D43895-A704-FF47-992E-11F802B7E41C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2336" y="2000"/>
                      <a:ext cx="154" cy="135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har char="•"/>
                        <a:defRPr sz="3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eaLnBrk="1" hangingPunct="1">
                        <a:spcBef>
                          <a:spcPct val="0"/>
                        </a:spcBef>
                        <a:buFontTx/>
                        <a:buNone/>
                      </a:pPr>
                      <a:r>
                        <a:rPr lang="en-US" altLang="en-US" sz="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H</a:t>
                      </a:r>
                    </a:p>
                  </p:txBody>
                </p:sp>
                <p:sp>
                  <p:nvSpPr>
                    <p:cNvPr id="52362" name="Text Box 163">
                      <a:extLst>
                        <a:ext uri="{FF2B5EF4-FFF2-40B4-BE49-F238E27FC236}">
                          <a16:creationId xmlns:a16="http://schemas.microsoft.com/office/drawing/2014/main" id="{A3FC71F0-82FF-8142-A96C-A1BE43F44871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2460" y="2001"/>
                      <a:ext cx="154" cy="135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har char="•"/>
                        <a:defRPr sz="3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eaLnBrk="1" hangingPunct="1">
                        <a:spcBef>
                          <a:spcPct val="0"/>
                        </a:spcBef>
                        <a:buFontTx/>
                        <a:buNone/>
                      </a:pPr>
                      <a:r>
                        <a:rPr lang="en-US" altLang="en-US" sz="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H</a:t>
                      </a:r>
                    </a:p>
                  </p:txBody>
                </p:sp>
                <p:sp>
                  <p:nvSpPr>
                    <p:cNvPr id="52363" name="Text Box 164">
                      <a:extLst>
                        <a:ext uri="{FF2B5EF4-FFF2-40B4-BE49-F238E27FC236}">
                          <a16:creationId xmlns:a16="http://schemas.microsoft.com/office/drawing/2014/main" id="{0E61F5A8-EA9A-144B-AFE6-C49CF0F92247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2400" y="2073"/>
                      <a:ext cx="154" cy="135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har char="•"/>
                        <a:defRPr sz="3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eaLnBrk="1" hangingPunct="1">
                        <a:spcBef>
                          <a:spcPct val="0"/>
                        </a:spcBef>
                        <a:buFontTx/>
                        <a:buNone/>
                      </a:pPr>
                      <a:r>
                        <a:rPr lang="en-US" altLang="en-US" sz="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O</a:t>
                      </a:r>
                    </a:p>
                  </p:txBody>
                </p:sp>
                <p:sp>
                  <p:nvSpPr>
                    <p:cNvPr id="52364" name="Line 165">
                      <a:extLst>
                        <a:ext uri="{FF2B5EF4-FFF2-40B4-BE49-F238E27FC236}">
                          <a16:creationId xmlns:a16="http://schemas.microsoft.com/office/drawing/2014/main" id="{605E38C6-5862-8B46-B67E-0EA7376C36A3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2506" y="2099"/>
                      <a:ext cx="15" cy="16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52365" name="Line 166">
                      <a:extLst>
                        <a:ext uri="{FF2B5EF4-FFF2-40B4-BE49-F238E27FC236}">
                          <a16:creationId xmlns:a16="http://schemas.microsoft.com/office/drawing/2014/main" id="{F94D8B64-5055-9247-BAB6-0B32C491D388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H="1" flipV="1">
                      <a:off x="2444" y="2096"/>
                      <a:ext cx="15" cy="19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</p:grpSp>
              <p:grpSp>
                <p:nvGrpSpPr>
                  <p:cNvPr id="52289" name="Group 167">
                    <a:extLst>
                      <a:ext uri="{FF2B5EF4-FFF2-40B4-BE49-F238E27FC236}">
                        <a16:creationId xmlns:a16="http://schemas.microsoft.com/office/drawing/2014/main" id="{7E962833-9BB2-C346-A0EF-FDBBEF8CDD6E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 rot="-560223">
                    <a:off x="5117" y="2273"/>
                    <a:ext cx="278" cy="208"/>
                    <a:chOff x="2336" y="2000"/>
                    <a:chExt cx="278" cy="208"/>
                  </a:xfrm>
                </p:grpSpPr>
                <p:sp>
                  <p:nvSpPr>
                    <p:cNvPr id="52356" name="Text Box 168">
                      <a:extLst>
                        <a:ext uri="{FF2B5EF4-FFF2-40B4-BE49-F238E27FC236}">
                          <a16:creationId xmlns:a16="http://schemas.microsoft.com/office/drawing/2014/main" id="{9446F496-D1C9-D942-80ED-45DA4CFFDF8C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2336" y="2000"/>
                      <a:ext cx="154" cy="135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har char="•"/>
                        <a:defRPr sz="3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eaLnBrk="1" hangingPunct="1">
                        <a:spcBef>
                          <a:spcPct val="0"/>
                        </a:spcBef>
                        <a:buFontTx/>
                        <a:buNone/>
                      </a:pPr>
                      <a:r>
                        <a:rPr lang="en-US" altLang="en-US" sz="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H</a:t>
                      </a:r>
                    </a:p>
                  </p:txBody>
                </p:sp>
                <p:sp>
                  <p:nvSpPr>
                    <p:cNvPr id="52357" name="Text Box 169">
                      <a:extLst>
                        <a:ext uri="{FF2B5EF4-FFF2-40B4-BE49-F238E27FC236}">
                          <a16:creationId xmlns:a16="http://schemas.microsoft.com/office/drawing/2014/main" id="{256C3BF6-64E2-9B4E-B81E-BAFA390DD346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2460" y="2001"/>
                      <a:ext cx="154" cy="135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har char="•"/>
                        <a:defRPr sz="3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eaLnBrk="1" hangingPunct="1">
                        <a:spcBef>
                          <a:spcPct val="0"/>
                        </a:spcBef>
                        <a:buFontTx/>
                        <a:buNone/>
                      </a:pPr>
                      <a:r>
                        <a:rPr lang="en-US" altLang="en-US" sz="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H</a:t>
                      </a:r>
                    </a:p>
                  </p:txBody>
                </p:sp>
                <p:sp>
                  <p:nvSpPr>
                    <p:cNvPr id="52358" name="Text Box 170">
                      <a:extLst>
                        <a:ext uri="{FF2B5EF4-FFF2-40B4-BE49-F238E27FC236}">
                          <a16:creationId xmlns:a16="http://schemas.microsoft.com/office/drawing/2014/main" id="{4DBCA022-A831-A944-93F4-CC7D8171101C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2400" y="2073"/>
                      <a:ext cx="154" cy="135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har char="•"/>
                        <a:defRPr sz="3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eaLnBrk="1" hangingPunct="1">
                        <a:spcBef>
                          <a:spcPct val="0"/>
                        </a:spcBef>
                        <a:buFontTx/>
                        <a:buNone/>
                      </a:pPr>
                      <a:r>
                        <a:rPr lang="en-US" altLang="en-US" sz="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O</a:t>
                      </a:r>
                    </a:p>
                  </p:txBody>
                </p:sp>
                <p:sp>
                  <p:nvSpPr>
                    <p:cNvPr id="52359" name="Line 171">
                      <a:extLst>
                        <a:ext uri="{FF2B5EF4-FFF2-40B4-BE49-F238E27FC236}">
                          <a16:creationId xmlns:a16="http://schemas.microsoft.com/office/drawing/2014/main" id="{EA5D5205-35AE-CD46-AC8F-EA439613BF29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2506" y="2099"/>
                      <a:ext cx="15" cy="16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52360" name="Line 172">
                      <a:extLst>
                        <a:ext uri="{FF2B5EF4-FFF2-40B4-BE49-F238E27FC236}">
                          <a16:creationId xmlns:a16="http://schemas.microsoft.com/office/drawing/2014/main" id="{7822BBF6-4BE5-694F-B624-C98806A99D14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H="1" flipV="1">
                      <a:off x="2444" y="2096"/>
                      <a:ext cx="15" cy="19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</p:grpSp>
              <p:grpSp>
                <p:nvGrpSpPr>
                  <p:cNvPr id="52290" name="Group 173">
                    <a:extLst>
                      <a:ext uri="{FF2B5EF4-FFF2-40B4-BE49-F238E27FC236}">
                        <a16:creationId xmlns:a16="http://schemas.microsoft.com/office/drawing/2014/main" id="{9D2F4A88-DA68-C440-B76E-45845B03DB74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 rot="497148">
                    <a:off x="4889" y="2338"/>
                    <a:ext cx="278" cy="208"/>
                    <a:chOff x="2336" y="2000"/>
                    <a:chExt cx="278" cy="208"/>
                  </a:xfrm>
                </p:grpSpPr>
                <p:sp>
                  <p:nvSpPr>
                    <p:cNvPr id="52351" name="Text Box 174">
                      <a:extLst>
                        <a:ext uri="{FF2B5EF4-FFF2-40B4-BE49-F238E27FC236}">
                          <a16:creationId xmlns:a16="http://schemas.microsoft.com/office/drawing/2014/main" id="{82BBBA08-4A87-E04A-A3F1-0018151B4A0C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2336" y="2000"/>
                      <a:ext cx="154" cy="135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har char="•"/>
                        <a:defRPr sz="3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eaLnBrk="1" hangingPunct="1">
                        <a:spcBef>
                          <a:spcPct val="0"/>
                        </a:spcBef>
                        <a:buFontTx/>
                        <a:buNone/>
                      </a:pPr>
                      <a:r>
                        <a:rPr lang="en-US" altLang="en-US" sz="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H</a:t>
                      </a:r>
                    </a:p>
                  </p:txBody>
                </p:sp>
                <p:sp>
                  <p:nvSpPr>
                    <p:cNvPr id="52352" name="Text Box 175">
                      <a:extLst>
                        <a:ext uri="{FF2B5EF4-FFF2-40B4-BE49-F238E27FC236}">
                          <a16:creationId xmlns:a16="http://schemas.microsoft.com/office/drawing/2014/main" id="{69F9EF5E-2EE6-9E47-AA36-89222A3BE32B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2460" y="2001"/>
                      <a:ext cx="154" cy="135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har char="•"/>
                        <a:defRPr sz="3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eaLnBrk="1" hangingPunct="1">
                        <a:spcBef>
                          <a:spcPct val="0"/>
                        </a:spcBef>
                        <a:buFontTx/>
                        <a:buNone/>
                      </a:pPr>
                      <a:r>
                        <a:rPr lang="en-US" altLang="en-US" sz="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H</a:t>
                      </a:r>
                    </a:p>
                  </p:txBody>
                </p:sp>
                <p:sp>
                  <p:nvSpPr>
                    <p:cNvPr id="52353" name="Text Box 176">
                      <a:extLst>
                        <a:ext uri="{FF2B5EF4-FFF2-40B4-BE49-F238E27FC236}">
                          <a16:creationId xmlns:a16="http://schemas.microsoft.com/office/drawing/2014/main" id="{4F89F1A3-8C7E-2144-A436-1AFA77A1BBEC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2400" y="2073"/>
                      <a:ext cx="154" cy="135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har char="•"/>
                        <a:defRPr sz="3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eaLnBrk="1" hangingPunct="1">
                        <a:spcBef>
                          <a:spcPct val="0"/>
                        </a:spcBef>
                        <a:buFontTx/>
                        <a:buNone/>
                      </a:pPr>
                      <a:r>
                        <a:rPr lang="en-US" altLang="en-US" sz="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O</a:t>
                      </a:r>
                    </a:p>
                  </p:txBody>
                </p:sp>
                <p:sp>
                  <p:nvSpPr>
                    <p:cNvPr id="52354" name="Line 177">
                      <a:extLst>
                        <a:ext uri="{FF2B5EF4-FFF2-40B4-BE49-F238E27FC236}">
                          <a16:creationId xmlns:a16="http://schemas.microsoft.com/office/drawing/2014/main" id="{D3835672-76CF-3D48-BAF6-DC66DCE2E411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2506" y="2099"/>
                      <a:ext cx="15" cy="16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52355" name="Line 178">
                      <a:extLst>
                        <a:ext uri="{FF2B5EF4-FFF2-40B4-BE49-F238E27FC236}">
                          <a16:creationId xmlns:a16="http://schemas.microsoft.com/office/drawing/2014/main" id="{2557B0EA-ED19-D14C-9391-96EBB173FF2A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H="1" flipV="1">
                      <a:off x="2444" y="2096"/>
                      <a:ext cx="15" cy="19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</p:grpSp>
              <p:grpSp>
                <p:nvGrpSpPr>
                  <p:cNvPr id="52291" name="Group 179">
                    <a:extLst>
                      <a:ext uri="{FF2B5EF4-FFF2-40B4-BE49-F238E27FC236}">
                        <a16:creationId xmlns:a16="http://schemas.microsoft.com/office/drawing/2014/main" id="{C610E3DA-FC07-8340-AD74-35D673E870CF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5334" y="2627"/>
                    <a:ext cx="278" cy="208"/>
                    <a:chOff x="2336" y="2000"/>
                    <a:chExt cx="278" cy="208"/>
                  </a:xfrm>
                </p:grpSpPr>
                <p:sp>
                  <p:nvSpPr>
                    <p:cNvPr id="52346" name="Text Box 180">
                      <a:extLst>
                        <a:ext uri="{FF2B5EF4-FFF2-40B4-BE49-F238E27FC236}">
                          <a16:creationId xmlns:a16="http://schemas.microsoft.com/office/drawing/2014/main" id="{5D7DDD30-D0A5-874B-9C50-53271AF9D2EE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2336" y="2000"/>
                      <a:ext cx="154" cy="135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har char="•"/>
                        <a:defRPr sz="3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eaLnBrk="1" hangingPunct="1">
                        <a:spcBef>
                          <a:spcPct val="0"/>
                        </a:spcBef>
                        <a:buFontTx/>
                        <a:buNone/>
                      </a:pPr>
                      <a:r>
                        <a:rPr lang="en-US" altLang="en-US" sz="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H</a:t>
                      </a:r>
                    </a:p>
                  </p:txBody>
                </p:sp>
                <p:sp>
                  <p:nvSpPr>
                    <p:cNvPr id="52347" name="Text Box 181">
                      <a:extLst>
                        <a:ext uri="{FF2B5EF4-FFF2-40B4-BE49-F238E27FC236}">
                          <a16:creationId xmlns:a16="http://schemas.microsoft.com/office/drawing/2014/main" id="{647AE088-7FA3-F548-A261-6985271D626E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2460" y="2001"/>
                      <a:ext cx="154" cy="135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har char="•"/>
                        <a:defRPr sz="3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eaLnBrk="1" hangingPunct="1">
                        <a:spcBef>
                          <a:spcPct val="0"/>
                        </a:spcBef>
                        <a:buFontTx/>
                        <a:buNone/>
                      </a:pPr>
                      <a:r>
                        <a:rPr lang="en-US" altLang="en-US" sz="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H</a:t>
                      </a:r>
                    </a:p>
                  </p:txBody>
                </p:sp>
                <p:sp>
                  <p:nvSpPr>
                    <p:cNvPr id="52348" name="Text Box 182">
                      <a:extLst>
                        <a:ext uri="{FF2B5EF4-FFF2-40B4-BE49-F238E27FC236}">
                          <a16:creationId xmlns:a16="http://schemas.microsoft.com/office/drawing/2014/main" id="{79587C3A-1237-984E-B7F8-21EF8E457BA2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2400" y="2073"/>
                      <a:ext cx="154" cy="135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har char="•"/>
                        <a:defRPr sz="3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eaLnBrk="1" hangingPunct="1">
                        <a:spcBef>
                          <a:spcPct val="0"/>
                        </a:spcBef>
                        <a:buFontTx/>
                        <a:buNone/>
                      </a:pPr>
                      <a:r>
                        <a:rPr lang="en-US" altLang="en-US" sz="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O</a:t>
                      </a:r>
                    </a:p>
                  </p:txBody>
                </p:sp>
                <p:sp>
                  <p:nvSpPr>
                    <p:cNvPr id="52349" name="Line 183">
                      <a:extLst>
                        <a:ext uri="{FF2B5EF4-FFF2-40B4-BE49-F238E27FC236}">
                          <a16:creationId xmlns:a16="http://schemas.microsoft.com/office/drawing/2014/main" id="{3440E114-FC93-5648-9A81-7250E7AA8980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2506" y="2099"/>
                      <a:ext cx="15" cy="16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52350" name="Line 184">
                      <a:extLst>
                        <a:ext uri="{FF2B5EF4-FFF2-40B4-BE49-F238E27FC236}">
                          <a16:creationId xmlns:a16="http://schemas.microsoft.com/office/drawing/2014/main" id="{95FB94E7-C6B4-9349-BCF9-4618ED9CCB38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H="1" flipV="1">
                      <a:off x="2444" y="2096"/>
                      <a:ext cx="15" cy="19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</p:grpSp>
              <p:grpSp>
                <p:nvGrpSpPr>
                  <p:cNvPr id="52292" name="Group 185">
                    <a:extLst>
                      <a:ext uri="{FF2B5EF4-FFF2-40B4-BE49-F238E27FC236}">
                        <a16:creationId xmlns:a16="http://schemas.microsoft.com/office/drawing/2014/main" id="{38BA6F3F-39AC-4042-AEB3-ACFD603FAF9A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 rot="306870">
                    <a:off x="4616" y="2389"/>
                    <a:ext cx="278" cy="208"/>
                    <a:chOff x="2336" y="2000"/>
                    <a:chExt cx="278" cy="208"/>
                  </a:xfrm>
                </p:grpSpPr>
                <p:sp>
                  <p:nvSpPr>
                    <p:cNvPr id="52341" name="Text Box 186">
                      <a:extLst>
                        <a:ext uri="{FF2B5EF4-FFF2-40B4-BE49-F238E27FC236}">
                          <a16:creationId xmlns:a16="http://schemas.microsoft.com/office/drawing/2014/main" id="{DEF72B29-5F9A-9C43-9BC7-00107E21292D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2336" y="2000"/>
                      <a:ext cx="154" cy="135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har char="•"/>
                        <a:defRPr sz="3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eaLnBrk="1" hangingPunct="1">
                        <a:spcBef>
                          <a:spcPct val="0"/>
                        </a:spcBef>
                        <a:buFontTx/>
                        <a:buNone/>
                      </a:pPr>
                      <a:r>
                        <a:rPr lang="en-US" altLang="en-US" sz="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H</a:t>
                      </a:r>
                    </a:p>
                  </p:txBody>
                </p:sp>
                <p:sp>
                  <p:nvSpPr>
                    <p:cNvPr id="52342" name="Text Box 187">
                      <a:extLst>
                        <a:ext uri="{FF2B5EF4-FFF2-40B4-BE49-F238E27FC236}">
                          <a16:creationId xmlns:a16="http://schemas.microsoft.com/office/drawing/2014/main" id="{0C0E110A-9C10-9B46-872E-17C2BCA6310E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2460" y="2001"/>
                      <a:ext cx="154" cy="135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har char="•"/>
                        <a:defRPr sz="3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eaLnBrk="1" hangingPunct="1">
                        <a:spcBef>
                          <a:spcPct val="0"/>
                        </a:spcBef>
                        <a:buFontTx/>
                        <a:buNone/>
                      </a:pPr>
                      <a:r>
                        <a:rPr lang="en-US" altLang="en-US" sz="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H</a:t>
                      </a:r>
                    </a:p>
                  </p:txBody>
                </p:sp>
                <p:sp>
                  <p:nvSpPr>
                    <p:cNvPr id="52343" name="Text Box 188">
                      <a:extLst>
                        <a:ext uri="{FF2B5EF4-FFF2-40B4-BE49-F238E27FC236}">
                          <a16:creationId xmlns:a16="http://schemas.microsoft.com/office/drawing/2014/main" id="{291E7E78-C262-1F4E-9F7A-6ACD2BDAA427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2400" y="2073"/>
                      <a:ext cx="154" cy="135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har char="•"/>
                        <a:defRPr sz="3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eaLnBrk="1" hangingPunct="1">
                        <a:spcBef>
                          <a:spcPct val="0"/>
                        </a:spcBef>
                        <a:buFontTx/>
                        <a:buNone/>
                      </a:pPr>
                      <a:r>
                        <a:rPr lang="en-US" altLang="en-US" sz="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O</a:t>
                      </a:r>
                    </a:p>
                  </p:txBody>
                </p:sp>
                <p:sp>
                  <p:nvSpPr>
                    <p:cNvPr id="52344" name="Line 189">
                      <a:extLst>
                        <a:ext uri="{FF2B5EF4-FFF2-40B4-BE49-F238E27FC236}">
                          <a16:creationId xmlns:a16="http://schemas.microsoft.com/office/drawing/2014/main" id="{1EAA26BD-66BF-DA4E-B315-409F69AEBB8C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2506" y="2099"/>
                      <a:ext cx="15" cy="16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52345" name="Line 190">
                      <a:extLst>
                        <a:ext uri="{FF2B5EF4-FFF2-40B4-BE49-F238E27FC236}">
                          <a16:creationId xmlns:a16="http://schemas.microsoft.com/office/drawing/2014/main" id="{C52ECE2A-DB6D-C944-B14C-76712361A305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H="1" flipV="1">
                      <a:off x="2444" y="2096"/>
                      <a:ext cx="15" cy="19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</p:grpSp>
              <p:grpSp>
                <p:nvGrpSpPr>
                  <p:cNvPr id="52293" name="Group 191">
                    <a:extLst>
                      <a:ext uri="{FF2B5EF4-FFF2-40B4-BE49-F238E27FC236}">
                        <a16:creationId xmlns:a16="http://schemas.microsoft.com/office/drawing/2014/main" id="{A3ACB25D-64DE-8040-A530-41332C4F7054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 rot="553420">
                    <a:off x="5188" y="2513"/>
                    <a:ext cx="278" cy="208"/>
                    <a:chOff x="2336" y="2000"/>
                    <a:chExt cx="278" cy="208"/>
                  </a:xfrm>
                </p:grpSpPr>
                <p:sp>
                  <p:nvSpPr>
                    <p:cNvPr id="52336" name="Text Box 192">
                      <a:extLst>
                        <a:ext uri="{FF2B5EF4-FFF2-40B4-BE49-F238E27FC236}">
                          <a16:creationId xmlns:a16="http://schemas.microsoft.com/office/drawing/2014/main" id="{577D86FF-A6B8-0143-B311-C103E864D9C1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2336" y="2000"/>
                      <a:ext cx="154" cy="135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har char="•"/>
                        <a:defRPr sz="3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eaLnBrk="1" hangingPunct="1">
                        <a:spcBef>
                          <a:spcPct val="0"/>
                        </a:spcBef>
                        <a:buFontTx/>
                        <a:buNone/>
                      </a:pPr>
                      <a:r>
                        <a:rPr lang="en-US" altLang="en-US" sz="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H</a:t>
                      </a:r>
                    </a:p>
                  </p:txBody>
                </p:sp>
                <p:sp>
                  <p:nvSpPr>
                    <p:cNvPr id="52337" name="Text Box 193">
                      <a:extLst>
                        <a:ext uri="{FF2B5EF4-FFF2-40B4-BE49-F238E27FC236}">
                          <a16:creationId xmlns:a16="http://schemas.microsoft.com/office/drawing/2014/main" id="{FD6552A9-80E1-A846-A59D-6D3B886E583D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2460" y="2001"/>
                      <a:ext cx="154" cy="135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har char="•"/>
                        <a:defRPr sz="3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eaLnBrk="1" hangingPunct="1">
                        <a:spcBef>
                          <a:spcPct val="0"/>
                        </a:spcBef>
                        <a:buFontTx/>
                        <a:buNone/>
                      </a:pPr>
                      <a:r>
                        <a:rPr lang="en-US" altLang="en-US" sz="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H</a:t>
                      </a:r>
                    </a:p>
                  </p:txBody>
                </p:sp>
                <p:sp>
                  <p:nvSpPr>
                    <p:cNvPr id="52338" name="Text Box 194">
                      <a:extLst>
                        <a:ext uri="{FF2B5EF4-FFF2-40B4-BE49-F238E27FC236}">
                          <a16:creationId xmlns:a16="http://schemas.microsoft.com/office/drawing/2014/main" id="{009F69B0-D350-1B44-BB62-5A816AB90E2B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2400" y="2073"/>
                      <a:ext cx="154" cy="135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har char="•"/>
                        <a:defRPr sz="3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eaLnBrk="1" hangingPunct="1">
                        <a:spcBef>
                          <a:spcPct val="0"/>
                        </a:spcBef>
                        <a:buFontTx/>
                        <a:buNone/>
                      </a:pPr>
                      <a:r>
                        <a:rPr lang="en-US" altLang="en-US" sz="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O</a:t>
                      </a:r>
                    </a:p>
                  </p:txBody>
                </p:sp>
                <p:sp>
                  <p:nvSpPr>
                    <p:cNvPr id="52339" name="Line 195">
                      <a:extLst>
                        <a:ext uri="{FF2B5EF4-FFF2-40B4-BE49-F238E27FC236}">
                          <a16:creationId xmlns:a16="http://schemas.microsoft.com/office/drawing/2014/main" id="{E418882F-2787-E342-BA23-C0DAD12C5EA8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2506" y="2099"/>
                      <a:ext cx="15" cy="16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52340" name="Line 196">
                      <a:extLst>
                        <a:ext uri="{FF2B5EF4-FFF2-40B4-BE49-F238E27FC236}">
                          <a16:creationId xmlns:a16="http://schemas.microsoft.com/office/drawing/2014/main" id="{1BBCD177-5EDA-3249-917F-E2BF7B045764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H="1" flipV="1">
                      <a:off x="2444" y="2096"/>
                      <a:ext cx="15" cy="19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</p:grpSp>
              <p:grpSp>
                <p:nvGrpSpPr>
                  <p:cNvPr id="52294" name="Group 197">
                    <a:extLst>
                      <a:ext uri="{FF2B5EF4-FFF2-40B4-BE49-F238E27FC236}">
                        <a16:creationId xmlns:a16="http://schemas.microsoft.com/office/drawing/2014/main" id="{E032F55D-73BE-1E4D-ADD7-099BB68D8EC7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 rot="497148">
                    <a:off x="4382" y="2698"/>
                    <a:ext cx="278" cy="208"/>
                    <a:chOff x="2336" y="2000"/>
                    <a:chExt cx="278" cy="208"/>
                  </a:xfrm>
                </p:grpSpPr>
                <p:sp>
                  <p:nvSpPr>
                    <p:cNvPr id="52331" name="Text Box 198">
                      <a:extLst>
                        <a:ext uri="{FF2B5EF4-FFF2-40B4-BE49-F238E27FC236}">
                          <a16:creationId xmlns:a16="http://schemas.microsoft.com/office/drawing/2014/main" id="{CC3E7F09-DFBC-8046-9C88-6C52E2915DBE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2336" y="2000"/>
                      <a:ext cx="154" cy="135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har char="•"/>
                        <a:defRPr sz="3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eaLnBrk="1" hangingPunct="1">
                        <a:spcBef>
                          <a:spcPct val="0"/>
                        </a:spcBef>
                        <a:buFontTx/>
                        <a:buNone/>
                      </a:pPr>
                      <a:r>
                        <a:rPr lang="en-US" altLang="en-US" sz="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H</a:t>
                      </a:r>
                    </a:p>
                  </p:txBody>
                </p:sp>
                <p:sp>
                  <p:nvSpPr>
                    <p:cNvPr id="52332" name="Text Box 199">
                      <a:extLst>
                        <a:ext uri="{FF2B5EF4-FFF2-40B4-BE49-F238E27FC236}">
                          <a16:creationId xmlns:a16="http://schemas.microsoft.com/office/drawing/2014/main" id="{48A530F5-4BF7-8541-B946-3A8E546ABC94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2460" y="2001"/>
                      <a:ext cx="154" cy="135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har char="•"/>
                        <a:defRPr sz="3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eaLnBrk="1" hangingPunct="1">
                        <a:spcBef>
                          <a:spcPct val="0"/>
                        </a:spcBef>
                        <a:buFontTx/>
                        <a:buNone/>
                      </a:pPr>
                      <a:r>
                        <a:rPr lang="en-US" altLang="en-US" sz="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H</a:t>
                      </a:r>
                    </a:p>
                  </p:txBody>
                </p:sp>
                <p:sp>
                  <p:nvSpPr>
                    <p:cNvPr id="52333" name="Text Box 200">
                      <a:extLst>
                        <a:ext uri="{FF2B5EF4-FFF2-40B4-BE49-F238E27FC236}">
                          <a16:creationId xmlns:a16="http://schemas.microsoft.com/office/drawing/2014/main" id="{7B6DE41B-BD47-3D4F-BCBF-E004760E8432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2400" y="2073"/>
                      <a:ext cx="154" cy="135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har char="•"/>
                        <a:defRPr sz="3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eaLnBrk="1" hangingPunct="1">
                        <a:spcBef>
                          <a:spcPct val="0"/>
                        </a:spcBef>
                        <a:buFontTx/>
                        <a:buNone/>
                      </a:pPr>
                      <a:r>
                        <a:rPr lang="en-US" altLang="en-US" sz="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O</a:t>
                      </a:r>
                    </a:p>
                  </p:txBody>
                </p:sp>
                <p:sp>
                  <p:nvSpPr>
                    <p:cNvPr id="52334" name="Line 201">
                      <a:extLst>
                        <a:ext uri="{FF2B5EF4-FFF2-40B4-BE49-F238E27FC236}">
                          <a16:creationId xmlns:a16="http://schemas.microsoft.com/office/drawing/2014/main" id="{887E89E0-F198-8F4E-9B7B-A3683FF0C86B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2506" y="2099"/>
                      <a:ext cx="15" cy="16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52335" name="Line 202">
                      <a:extLst>
                        <a:ext uri="{FF2B5EF4-FFF2-40B4-BE49-F238E27FC236}">
                          <a16:creationId xmlns:a16="http://schemas.microsoft.com/office/drawing/2014/main" id="{7A479DA6-C5D3-9E49-A23C-E027F43A5912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H="1" flipV="1">
                      <a:off x="2444" y="2096"/>
                      <a:ext cx="15" cy="19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</p:grpSp>
              <p:grpSp>
                <p:nvGrpSpPr>
                  <p:cNvPr id="52295" name="Group 203">
                    <a:extLst>
                      <a:ext uri="{FF2B5EF4-FFF2-40B4-BE49-F238E27FC236}">
                        <a16:creationId xmlns:a16="http://schemas.microsoft.com/office/drawing/2014/main" id="{4FEB0AD5-B7F4-E443-BF8F-D918D01D5D2C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 rot="730910">
                    <a:off x="5052" y="2929"/>
                    <a:ext cx="278" cy="208"/>
                    <a:chOff x="2336" y="2000"/>
                    <a:chExt cx="278" cy="208"/>
                  </a:xfrm>
                </p:grpSpPr>
                <p:sp>
                  <p:nvSpPr>
                    <p:cNvPr id="52326" name="Text Box 204">
                      <a:extLst>
                        <a:ext uri="{FF2B5EF4-FFF2-40B4-BE49-F238E27FC236}">
                          <a16:creationId xmlns:a16="http://schemas.microsoft.com/office/drawing/2014/main" id="{ACBFE29A-3B40-3C4F-A860-DA5FD24D043F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2336" y="2000"/>
                      <a:ext cx="154" cy="135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har char="•"/>
                        <a:defRPr sz="3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eaLnBrk="1" hangingPunct="1">
                        <a:spcBef>
                          <a:spcPct val="0"/>
                        </a:spcBef>
                        <a:buFontTx/>
                        <a:buNone/>
                      </a:pPr>
                      <a:r>
                        <a:rPr lang="en-US" altLang="en-US" sz="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H</a:t>
                      </a:r>
                    </a:p>
                  </p:txBody>
                </p:sp>
                <p:sp>
                  <p:nvSpPr>
                    <p:cNvPr id="52327" name="Text Box 205">
                      <a:extLst>
                        <a:ext uri="{FF2B5EF4-FFF2-40B4-BE49-F238E27FC236}">
                          <a16:creationId xmlns:a16="http://schemas.microsoft.com/office/drawing/2014/main" id="{08103DCA-9A56-A545-B530-4E0617BC5E95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2460" y="2001"/>
                      <a:ext cx="154" cy="135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har char="•"/>
                        <a:defRPr sz="3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eaLnBrk="1" hangingPunct="1">
                        <a:spcBef>
                          <a:spcPct val="0"/>
                        </a:spcBef>
                        <a:buFontTx/>
                        <a:buNone/>
                      </a:pPr>
                      <a:r>
                        <a:rPr lang="en-US" altLang="en-US" sz="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H</a:t>
                      </a:r>
                    </a:p>
                  </p:txBody>
                </p:sp>
                <p:sp>
                  <p:nvSpPr>
                    <p:cNvPr id="52328" name="Text Box 206">
                      <a:extLst>
                        <a:ext uri="{FF2B5EF4-FFF2-40B4-BE49-F238E27FC236}">
                          <a16:creationId xmlns:a16="http://schemas.microsoft.com/office/drawing/2014/main" id="{2BAF4450-A742-634E-8E04-5539492A691F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2400" y="2073"/>
                      <a:ext cx="154" cy="135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har char="•"/>
                        <a:defRPr sz="3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eaLnBrk="1" hangingPunct="1">
                        <a:spcBef>
                          <a:spcPct val="0"/>
                        </a:spcBef>
                        <a:buFontTx/>
                        <a:buNone/>
                      </a:pPr>
                      <a:r>
                        <a:rPr lang="en-US" altLang="en-US" sz="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O</a:t>
                      </a:r>
                    </a:p>
                  </p:txBody>
                </p:sp>
                <p:sp>
                  <p:nvSpPr>
                    <p:cNvPr id="52329" name="Line 207">
                      <a:extLst>
                        <a:ext uri="{FF2B5EF4-FFF2-40B4-BE49-F238E27FC236}">
                          <a16:creationId xmlns:a16="http://schemas.microsoft.com/office/drawing/2014/main" id="{212EE50B-B780-0942-9B80-58D31CF741F4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2506" y="2099"/>
                      <a:ext cx="15" cy="16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52330" name="Line 208">
                      <a:extLst>
                        <a:ext uri="{FF2B5EF4-FFF2-40B4-BE49-F238E27FC236}">
                          <a16:creationId xmlns:a16="http://schemas.microsoft.com/office/drawing/2014/main" id="{9402E628-7C06-974B-AFF9-4D27CCE7764C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H="1" flipV="1">
                      <a:off x="2444" y="2096"/>
                      <a:ext cx="15" cy="19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</p:grpSp>
              <p:grpSp>
                <p:nvGrpSpPr>
                  <p:cNvPr id="52296" name="Group 209">
                    <a:extLst>
                      <a:ext uri="{FF2B5EF4-FFF2-40B4-BE49-F238E27FC236}">
                        <a16:creationId xmlns:a16="http://schemas.microsoft.com/office/drawing/2014/main" id="{227257CB-6E21-E94A-B2E0-6CF03B7B0542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 rot="-708479">
                    <a:off x="5196" y="2750"/>
                    <a:ext cx="278" cy="208"/>
                    <a:chOff x="2336" y="2000"/>
                    <a:chExt cx="278" cy="208"/>
                  </a:xfrm>
                </p:grpSpPr>
                <p:sp>
                  <p:nvSpPr>
                    <p:cNvPr id="52321" name="Text Box 210">
                      <a:extLst>
                        <a:ext uri="{FF2B5EF4-FFF2-40B4-BE49-F238E27FC236}">
                          <a16:creationId xmlns:a16="http://schemas.microsoft.com/office/drawing/2014/main" id="{FB2BE282-2487-5748-9408-DD6435EA99DB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2336" y="2000"/>
                      <a:ext cx="154" cy="135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har char="•"/>
                        <a:defRPr sz="3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eaLnBrk="1" hangingPunct="1">
                        <a:spcBef>
                          <a:spcPct val="0"/>
                        </a:spcBef>
                        <a:buFontTx/>
                        <a:buNone/>
                      </a:pPr>
                      <a:r>
                        <a:rPr lang="en-US" altLang="en-US" sz="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H</a:t>
                      </a:r>
                    </a:p>
                  </p:txBody>
                </p:sp>
                <p:sp>
                  <p:nvSpPr>
                    <p:cNvPr id="52322" name="Text Box 211">
                      <a:extLst>
                        <a:ext uri="{FF2B5EF4-FFF2-40B4-BE49-F238E27FC236}">
                          <a16:creationId xmlns:a16="http://schemas.microsoft.com/office/drawing/2014/main" id="{A170143C-C9A1-3F49-A127-AB97C1572101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2460" y="2001"/>
                      <a:ext cx="154" cy="135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har char="•"/>
                        <a:defRPr sz="3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eaLnBrk="1" hangingPunct="1">
                        <a:spcBef>
                          <a:spcPct val="0"/>
                        </a:spcBef>
                        <a:buFontTx/>
                        <a:buNone/>
                      </a:pPr>
                      <a:r>
                        <a:rPr lang="en-US" altLang="en-US" sz="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H</a:t>
                      </a:r>
                    </a:p>
                  </p:txBody>
                </p:sp>
                <p:sp>
                  <p:nvSpPr>
                    <p:cNvPr id="52323" name="Text Box 212">
                      <a:extLst>
                        <a:ext uri="{FF2B5EF4-FFF2-40B4-BE49-F238E27FC236}">
                          <a16:creationId xmlns:a16="http://schemas.microsoft.com/office/drawing/2014/main" id="{438C3716-E2AF-2444-9F54-58CBEB3646C2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2400" y="2073"/>
                      <a:ext cx="154" cy="135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har char="•"/>
                        <a:defRPr sz="3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eaLnBrk="1" hangingPunct="1">
                        <a:spcBef>
                          <a:spcPct val="0"/>
                        </a:spcBef>
                        <a:buFontTx/>
                        <a:buNone/>
                      </a:pPr>
                      <a:r>
                        <a:rPr lang="en-US" altLang="en-US" sz="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O</a:t>
                      </a:r>
                    </a:p>
                  </p:txBody>
                </p:sp>
                <p:sp>
                  <p:nvSpPr>
                    <p:cNvPr id="52324" name="Line 213">
                      <a:extLst>
                        <a:ext uri="{FF2B5EF4-FFF2-40B4-BE49-F238E27FC236}">
                          <a16:creationId xmlns:a16="http://schemas.microsoft.com/office/drawing/2014/main" id="{CC5FB298-DF0C-0E4B-9FB3-A8BB40ECA7DF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2506" y="2099"/>
                      <a:ext cx="15" cy="16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52325" name="Line 214">
                      <a:extLst>
                        <a:ext uri="{FF2B5EF4-FFF2-40B4-BE49-F238E27FC236}">
                          <a16:creationId xmlns:a16="http://schemas.microsoft.com/office/drawing/2014/main" id="{8EDD72C8-7A13-F449-A52B-CBF34A291849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H="1" flipV="1">
                      <a:off x="2444" y="2096"/>
                      <a:ext cx="15" cy="19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</p:grpSp>
              <p:grpSp>
                <p:nvGrpSpPr>
                  <p:cNvPr id="52297" name="Group 215">
                    <a:extLst>
                      <a:ext uri="{FF2B5EF4-FFF2-40B4-BE49-F238E27FC236}">
                        <a16:creationId xmlns:a16="http://schemas.microsoft.com/office/drawing/2014/main" id="{00ECA3FB-BFB1-EE42-B712-2E58151F9859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5150" y="3130"/>
                    <a:ext cx="278" cy="208"/>
                    <a:chOff x="2336" y="2000"/>
                    <a:chExt cx="278" cy="208"/>
                  </a:xfrm>
                </p:grpSpPr>
                <p:sp>
                  <p:nvSpPr>
                    <p:cNvPr id="52316" name="Text Box 216">
                      <a:extLst>
                        <a:ext uri="{FF2B5EF4-FFF2-40B4-BE49-F238E27FC236}">
                          <a16:creationId xmlns:a16="http://schemas.microsoft.com/office/drawing/2014/main" id="{6676A2C3-42E3-FA4C-BA4A-3E2F36CE7A4F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2336" y="2000"/>
                      <a:ext cx="154" cy="135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har char="•"/>
                        <a:defRPr sz="3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eaLnBrk="1" hangingPunct="1">
                        <a:spcBef>
                          <a:spcPct val="0"/>
                        </a:spcBef>
                        <a:buFontTx/>
                        <a:buNone/>
                      </a:pPr>
                      <a:r>
                        <a:rPr lang="en-US" altLang="en-US" sz="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H</a:t>
                      </a:r>
                    </a:p>
                  </p:txBody>
                </p:sp>
                <p:sp>
                  <p:nvSpPr>
                    <p:cNvPr id="52317" name="Text Box 217">
                      <a:extLst>
                        <a:ext uri="{FF2B5EF4-FFF2-40B4-BE49-F238E27FC236}">
                          <a16:creationId xmlns:a16="http://schemas.microsoft.com/office/drawing/2014/main" id="{E8B9C9C3-BD49-6644-ACAB-65DFBAC5703C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2460" y="2001"/>
                      <a:ext cx="154" cy="135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har char="•"/>
                        <a:defRPr sz="3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eaLnBrk="1" hangingPunct="1">
                        <a:spcBef>
                          <a:spcPct val="0"/>
                        </a:spcBef>
                        <a:buFontTx/>
                        <a:buNone/>
                      </a:pPr>
                      <a:r>
                        <a:rPr lang="en-US" altLang="en-US" sz="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H</a:t>
                      </a:r>
                    </a:p>
                  </p:txBody>
                </p:sp>
                <p:sp>
                  <p:nvSpPr>
                    <p:cNvPr id="52318" name="Text Box 218">
                      <a:extLst>
                        <a:ext uri="{FF2B5EF4-FFF2-40B4-BE49-F238E27FC236}">
                          <a16:creationId xmlns:a16="http://schemas.microsoft.com/office/drawing/2014/main" id="{2557028F-5C26-824B-AABD-7BD6BFB704D3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2400" y="2073"/>
                      <a:ext cx="154" cy="135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har char="•"/>
                        <a:defRPr sz="3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eaLnBrk="1" hangingPunct="1">
                        <a:spcBef>
                          <a:spcPct val="0"/>
                        </a:spcBef>
                        <a:buFontTx/>
                        <a:buNone/>
                      </a:pPr>
                      <a:r>
                        <a:rPr lang="en-US" altLang="en-US" sz="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O</a:t>
                      </a:r>
                    </a:p>
                  </p:txBody>
                </p:sp>
                <p:sp>
                  <p:nvSpPr>
                    <p:cNvPr id="52319" name="Line 219">
                      <a:extLst>
                        <a:ext uri="{FF2B5EF4-FFF2-40B4-BE49-F238E27FC236}">
                          <a16:creationId xmlns:a16="http://schemas.microsoft.com/office/drawing/2014/main" id="{F8A774EF-AEED-8440-96D8-48DD7924F422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2506" y="2099"/>
                      <a:ext cx="15" cy="16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52320" name="Line 220">
                      <a:extLst>
                        <a:ext uri="{FF2B5EF4-FFF2-40B4-BE49-F238E27FC236}">
                          <a16:creationId xmlns:a16="http://schemas.microsoft.com/office/drawing/2014/main" id="{B30B0224-308D-7C46-929B-2A2C87E090EA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H="1" flipV="1">
                      <a:off x="2444" y="2096"/>
                      <a:ext cx="15" cy="19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</p:grpSp>
              <p:grpSp>
                <p:nvGrpSpPr>
                  <p:cNvPr id="52298" name="Group 221">
                    <a:extLst>
                      <a:ext uri="{FF2B5EF4-FFF2-40B4-BE49-F238E27FC236}">
                        <a16:creationId xmlns:a16="http://schemas.microsoft.com/office/drawing/2014/main" id="{88CFC94A-754F-A448-ADC8-59DF8B39EB65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 rot="-866158">
                    <a:off x="4633" y="2881"/>
                    <a:ext cx="278" cy="208"/>
                    <a:chOff x="2336" y="2000"/>
                    <a:chExt cx="278" cy="208"/>
                  </a:xfrm>
                </p:grpSpPr>
                <p:sp>
                  <p:nvSpPr>
                    <p:cNvPr id="52311" name="Text Box 222">
                      <a:extLst>
                        <a:ext uri="{FF2B5EF4-FFF2-40B4-BE49-F238E27FC236}">
                          <a16:creationId xmlns:a16="http://schemas.microsoft.com/office/drawing/2014/main" id="{50673E31-FEB5-954D-91F4-532CE0284F0E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2336" y="2000"/>
                      <a:ext cx="154" cy="135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har char="•"/>
                        <a:defRPr sz="3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eaLnBrk="1" hangingPunct="1">
                        <a:spcBef>
                          <a:spcPct val="0"/>
                        </a:spcBef>
                        <a:buFontTx/>
                        <a:buNone/>
                      </a:pPr>
                      <a:r>
                        <a:rPr lang="en-US" altLang="en-US" sz="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H</a:t>
                      </a:r>
                    </a:p>
                  </p:txBody>
                </p:sp>
                <p:sp>
                  <p:nvSpPr>
                    <p:cNvPr id="52312" name="Text Box 223">
                      <a:extLst>
                        <a:ext uri="{FF2B5EF4-FFF2-40B4-BE49-F238E27FC236}">
                          <a16:creationId xmlns:a16="http://schemas.microsoft.com/office/drawing/2014/main" id="{23290C33-DF2E-6640-B632-0EC4D5786F30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2460" y="2001"/>
                      <a:ext cx="154" cy="135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har char="•"/>
                        <a:defRPr sz="3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eaLnBrk="1" hangingPunct="1">
                        <a:spcBef>
                          <a:spcPct val="0"/>
                        </a:spcBef>
                        <a:buFontTx/>
                        <a:buNone/>
                      </a:pPr>
                      <a:r>
                        <a:rPr lang="en-US" altLang="en-US" sz="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H</a:t>
                      </a:r>
                    </a:p>
                  </p:txBody>
                </p:sp>
                <p:sp>
                  <p:nvSpPr>
                    <p:cNvPr id="52313" name="Text Box 224">
                      <a:extLst>
                        <a:ext uri="{FF2B5EF4-FFF2-40B4-BE49-F238E27FC236}">
                          <a16:creationId xmlns:a16="http://schemas.microsoft.com/office/drawing/2014/main" id="{A2DADD47-0114-B841-9132-7683E33A0871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2400" y="2073"/>
                      <a:ext cx="154" cy="135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har char="•"/>
                        <a:defRPr sz="3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eaLnBrk="1" hangingPunct="1">
                        <a:spcBef>
                          <a:spcPct val="0"/>
                        </a:spcBef>
                        <a:buFontTx/>
                        <a:buNone/>
                      </a:pPr>
                      <a:r>
                        <a:rPr lang="en-US" altLang="en-US" sz="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O</a:t>
                      </a:r>
                    </a:p>
                  </p:txBody>
                </p:sp>
                <p:sp>
                  <p:nvSpPr>
                    <p:cNvPr id="52314" name="Line 225">
                      <a:extLst>
                        <a:ext uri="{FF2B5EF4-FFF2-40B4-BE49-F238E27FC236}">
                          <a16:creationId xmlns:a16="http://schemas.microsoft.com/office/drawing/2014/main" id="{B40210D5-2149-734C-A100-14F123E26C85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2506" y="2099"/>
                      <a:ext cx="15" cy="16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52315" name="Line 226">
                      <a:extLst>
                        <a:ext uri="{FF2B5EF4-FFF2-40B4-BE49-F238E27FC236}">
                          <a16:creationId xmlns:a16="http://schemas.microsoft.com/office/drawing/2014/main" id="{E886CF11-5E92-774F-9ADA-5CBA825F18E0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H="1" flipV="1">
                      <a:off x="2444" y="2096"/>
                      <a:ext cx="15" cy="19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</p:grpSp>
              <p:grpSp>
                <p:nvGrpSpPr>
                  <p:cNvPr id="52299" name="Group 227">
                    <a:extLst>
                      <a:ext uri="{FF2B5EF4-FFF2-40B4-BE49-F238E27FC236}">
                        <a16:creationId xmlns:a16="http://schemas.microsoft.com/office/drawing/2014/main" id="{7165B9AF-CAA3-394F-ACA1-CECF5AADA019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526" y="3130"/>
                    <a:ext cx="278" cy="208"/>
                    <a:chOff x="2336" y="2000"/>
                    <a:chExt cx="278" cy="208"/>
                  </a:xfrm>
                </p:grpSpPr>
                <p:sp>
                  <p:nvSpPr>
                    <p:cNvPr id="52306" name="Text Box 228">
                      <a:extLst>
                        <a:ext uri="{FF2B5EF4-FFF2-40B4-BE49-F238E27FC236}">
                          <a16:creationId xmlns:a16="http://schemas.microsoft.com/office/drawing/2014/main" id="{25368D78-E495-B343-B459-4139265F327D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2336" y="2000"/>
                      <a:ext cx="154" cy="135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har char="•"/>
                        <a:defRPr sz="3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eaLnBrk="1" hangingPunct="1">
                        <a:spcBef>
                          <a:spcPct val="0"/>
                        </a:spcBef>
                        <a:buFontTx/>
                        <a:buNone/>
                      </a:pPr>
                      <a:r>
                        <a:rPr lang="en-US" altLang="en-US" sz="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H</a:t>
                      </a:r>
                    </a:p>
                  </p:txBody>
                </p:sp>
                <p:sp>
                  <p:nvSpPr>
                    <p:cNvPr id="52307" name="Text Box 229">
                      <a:extLst>
                        <a:ext uri="{FF2B5EF4-FFF2-40B4-BE49-F238E27FC236}">
                          <a16:creationId xmlns:a16="http://schemas.microsoft.com/office/drawing/2014/main" id="{40CCD1BB-9A4E-7D40-8E0E-62E27866A5DE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2460" y="2001"/>
                      <a:ext cx="154" cy="135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har char="•"/>
                        <a:defRPr sz="3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eaLnBrk="1" hangingPunct="1">
                        <a:spcBef>
                          <a:spcPct val="0"/>
                        </a:spcBef>
                        <a:buFontTx/>
                        <a:buNone/>
                      </a:pPr>
                      <a:r>
                        <a:rPr lang="en-US" altLang="en-US" sz="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H</a:t>
                      </a:r>
                    </a:p>
                  </p:txBody>
                </p:sp>
                <p:sp>
                  <p:nvSpPr>
                    <p:cNvPr id="52308" name="Text Box 230">
                      <a:extLst>
                        <a:ext uri="{FF2B5EF4-FFF2-40B4-BE49-F238E27FC236}">
                          <a16:creationId xmlns:a16="http://schemas.microsoft.com/office/drawing/2014/main" id="{D25DFC58-8186-5C4A-B80C-084C8109BB96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2400" y="2073"/>
                      <a:ext cx="154" cy="135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har char="•"/>
                        <a:defRPr sz="3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eaLnBrk="1" hangingPunct="1">
                        <a:spcBef>
                          <a:spcPct val="0"/>
                        </a:spcBef>
                        <a:buFontTx/>
                        <a:buNone/>
                      </a:pPr>
                      <a:r>
                        <a:rPr lang="en-US" altLang="en-US" sz="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O</a:t>
                      </a:r>
                    </a:p>
                  </p:txBody>
                </p:sp>
                <p:sp>
                  <p:nvSpPr>
                    <p:cNvPr id="52309" name="Line 231">
                      <a:extLst>
                        <a:ext uri="{FF2B5EF4-FFF2-40B4-BE49-F238E27FC236}">
                          <a16:creationId xmlns:a16="http://schemas.microsoft.com/office/drawing/2014/main" id="{695DEBBA-4A9D-E348-A73C-B40D683F54EC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2506" y="2099"/>
                      <a:ext cx="15" cy="16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52310" name="Line 232">
                      <a:extLst>
                        <a:ext uri="{FF2B5EF4-FFF2-40B4-BE49-F238E27FC236}">
                          <a16:creationId xmlns:a16="http://schemas.microsoft.com/office/drawing/2014/main" id="{EAA0660B-4C52-CD44-983F-AD128644D2D5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H="1" flipV="1">
                      <a:off x="2444" y="2096"/>
                      <a:ext cx="15" cy="19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</p:grpSp>
              <p:grpSp>
                <p:nvGrpSpPr>
                  <p:cNvPr id="52300" name="Group 233">
                    <a:extLst>
                      <a:ext uri="{FF2B5EF4-FFF2-40B4-BE49-F238E27FC236}">
                        <a16:creationId xmlns:a16="http://schemas.microsoft.com/office/drawing/2014/main" id="{B7E4F68A-8FE5-584C-B8DD-BEBB1A34F9D7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837" y="2970"/>
                    <a:ext cx="278" cy="208"/>
                    <a:chOff x="2336" y="2000"/>
                    <a:chExt cx="278" cy="208"/>
                  </a:xfrm>
                </p:grpSpPr>
                <p:sp>
                  <p:nvSpPr>
                    <p:cNvPr id="52301" name="Text Box 234">
                      <a:extLst>
                        <a:ext uri="{FF2B5EF4-FFF2-40B4-BE49-F238E27FC236}">
                          <a16:creationId xmlns:a16="http://schemas.microsoft.com/office/drawing/2014/main" id="{C9B3C719-EE1E-1043-A900-E04B32B9D0DD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2336" y="2000"/>
                      <a:ext cx="154" cy="135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har char="•"/>
                        <a:defRPr sz="3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eaLnBrk="1" hangingPunct="1">
                        <a:spcBef>
                          <a:spcPct val="0"/>
                        </a:spcBef>
                        <a:buFontTx/>
                        <a:buNone/>
                      </a:pPr>
                      <a:r>
                        <a:rPr lang="en-US" altLang="en-US" sz="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H</a:t>
                      </a:r>
                    </a:p>
                  </p:txBody>
                </p:sp>
                <p:sp>
                  <p:nvSpPr>
                    <p:cNvPr id="52302" name="Text Box 235">
                      <a:extLst>
                        <a:ext uri="{FF2B5EF4-FFF2-40B4-BE49-F238E27FC236}">
                          <a16:creationId xmlns:a16="http://schemas.microsoft.com/office/drawing/2014/main" id="{06C7D86F-B5C3-3A45-9225-AC1EED40B345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2460" y="2001"/>
                      <a:ext cx="154" cy="135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har char="•"/>
                        <a:defRPr sz="3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eaLnBrk="1" hangingPunct="1">
                        <a:spcBef>
                          <a:spcPct val="0"/>
                        </a:spcBef>
                        <a:buFontTx/>
                        <a:buNone/>
                      </a:pPr>
                      <a:r>
                        <a:rPr lang="en-US" altLang="en-US" sz="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H</a:t>
                      </a:r>
                    </a:p>
                  </p:txBody>
                </p:sp>
                <p:sp>
                  <p:nvSpPr>
                    <p:cNvPr id="52303" name="Text Box 236">
                      <a:extLst>
                        <a:ext uri="{FF2B5EF4-FFF2-40B4-BE49-F238E27FC236}">
                          <a16:creationId xmlns:a16="http://schemas.microsoft.com/office/drawing/2014/main" id="{E638A25D-0F72-C443-BA53-B89E4E49E1F1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2400" y="2073"/>
                      <a:ext cx="154" cy="135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har char="•"/>
                        <a:defRPr sz="3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eaLnBrk="1" hangingPunct="1">
                        <a:spcBef>
                          <a:spcPct val="0"/>
                        </a:spcBef>
                        <a:buFontTx/>
                        <a:buNone/>
                      </a:pPr>
                      <a:r>
                        <a:rPr lang="en-US" altLang="en-US" sz="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O</a:t>
                      </a:r>
                    </a:p>
                  </p:txBody>
                </p:sp>
                <p:sp>
                  <p:nvSpPr>
                    <p:cNvPr id="52304" name="Line 237">
                      <a:extLst>
                        <a:ext uri="{FF2B5EF4-FFF2-40B4-BE49-F238E27FC236}">
                          <a16:creationId xmlns:a16="http://schemas.microsoft.com/office/drawing/2014/main" id="{EE2E43E5-4426-0146-B181-E4D464E035B3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2506" y="2099"/>
                      <a:ext cx="15" cy="16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52305" name="Line 238">
                      <a:extLst>
                        <a:ext uri="{FF2B5EF4-FFF2-40B4-BE49-F238E27FC236}">
                          <a16:creationId xmlns:a16="http://schemas.microsoft.com/office/drawing/2014/main" id="{461D4201-51B1-3440-ADE6-9E7E41463780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H="1" flipV="1">
                      <a:off x="2444" y="2096"/>
                      <a:ext cx="15" cy="19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</p:grpSp>
            </p:grpSp>
            <p:sp>
              <p:nvSpPr>
                <p:cNvPr id="52277" name="Rectangle 239">
                  <a:extLst>
                    <a:ext uri="{FF2B5EF4-FFF2-40B4-BE49-F238E27FC236}">
                      <a16:creationId xmlns:a16="http://schemas.microsoft.com/office/drawing/2014/main" id="{2AEE3B7A-7AFA-6E49-9CBC-6FD2B871C94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404" y="2150"/>
                  <a:ext cx="1200" cy="1200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2800">
                    <a:solidFill>
                      <a:srgbClr val="000000"/>
                    </a:solidFill>
                    <a:latin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52275" name="Text Box 240">
                <a:extLst>
                  <a:ext uri="{FF2B5EF4-FFF2-40B4-BE49-F238E27FC236}">
                    <a16:creationId xmlns:a16="http://schemas.microsoft.com/office/drawing/2014/main" id="{52548FCA-D1CA-6F4B-B281-AFEB6264D1F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96" y="3360"/>
                <a:ext cx="1008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6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MIXED</a:t>
                </a:r>
              </a:p>
            </p:txBody>
          </p:sp>
        </p:grpSp>
        <p:sp>
          <p:nvSpPr>
            <p:cNvPr id="52256" name="AutoShape 241">
              <a:extLst>
                <a:ext uri="{FF2B5EF4-FFF2-40B4-BE49-F238E27FC236}">
                  <a16:creationId xmlns:a16="http://schemas.microsoft.com/office/drawing/2014/main" id="{3B809F35-8068-BE46-A1EA-9A4C2BF6BDF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9078349">
              <a:off x="4862" y="3322"/>
              <a:ext cx="720" cy="456"/>
            </a:xfrm>
            <a:prstGeom prst="irregularSeal1">
              <a:avLst/>
            </a:prstGeom>
            <a:solidFill>
              <a:srgbClr val="FF505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2257" name="AutoShape 242">
              <a:extLst>
                <a:ext uri="{FF2B5EF4-FFF2-40B4-BE49-F238E27FC236}">
                  <a16:creationId xmlns:a16="http://schemas.microsoft.com/office/drawing/2014/main" id="{B4B4A123-E205-DB43-8673-5D302C67E8A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3926551">
              <a:off x="4551" y="3201"/>
              <a:ext cx="382" cy="528"/>
            </a:xfrm>
            <a:prstGeom prst="irregularSeal1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2258" name="AutoShape 243">
              <a:extLst>
                <a:ext uri="{FF2B5EF4-FFF2-40B4-BE49-F238E27FC236}">
                  <a16:creationId xmlns:a16="http://schemas.microsoft.com/office/drawing/2014/main" id="{B53B9085-395F-4D49-B801-F7ABDC14FB1A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96111">
              <a:off x="4478" y="2842"/>
              <a:ext cx="384" cy="480"/>
            </a:xfrm>
            <a:prstGeom prst="irregularSeal1">
              <a:avLst/>
            </a:prstGeom>
            <a:solidFill>
              <a:srgbClr val="FF505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2259" name="AutoShape 244">
              <a:extLst>
                <a:ext uri="{FF2B5EF4-FFF2-40B4-BE49-F238E27FC236}">
                  <a16:creationId xmlns:a16="http://schemas.microsoft.com/office/drawing/2014/main" id="{A5CC2A74-F7B6-004F-A07C-46C4D3A606F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96111">
              <a:off x="4526" y="2746"/>
              <a:ext cx="576" cy="240"/>
            </a:xfrm>
            <a:prstGeom prst="irregularSeal1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2260" name="AutoShape 245">
              <a:extLst>
                <a:ext uri="{FF2B5EF4-FFF2-40B4-BE49-F238E27FC236}">
                  <a16:creationId xmlns:a16="http://schemas.microsoft.com/office/drawing/2014/main" id="{34AC073C-D47F-9C45-BD97-38303152FCE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1023993">
              <a:off x="5102" y="2650"/>
              <a:ext cx="384" cy="336"/>
            </a:xfrm>
            <a:prstGeom prst="irregularSeal1">
              <a:avLst/>
            </a:prstGeom>
            <a:solidFill>
              <a:srgbClr val="FF505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2261" name="AutoShape 246">
              <a:extLst>
                <a:ext uri="{FF2B5EF4-FFF2-40B4-BE49-F238E27FC236}">
                  <a16:creationId xmlns:a16="http://schemas.microsoft.com/office/drawing/2014/main" id="{3794F413-9BA6-3A4A-82CC-396F281DFD8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432154">
              <a:off x="5146" y="2988"/>
              <a:ext cx="432" cy="336"/>
            </a:xfrm>
            <a:prstGeom prst="irregularSeal1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grpSp>
          <p:nvGrpSpPr>
            <p:cNvPr id="52262" name="Group 247">
              <a:extLst>
                <a:ext uri="{FF2B5EF4-FFF2-40B4-BE49-F238E27FC236}">
                  <a16:creationId xmlns:a16="http://schemas.microsoft.com/office/drawing/2014/main" id="{7BECB77B-0815-5749-86DC-B0C4C5DBB5D9}"/>
                </a:ext>
              </a:extLst>
            </p:cNvPr>
            <p:cNvGrpSpPr>
              <a:grpSpLocks/>
            </p:cNvGrpSpPr>
            <p:nvPr/>
          </p:nvGrpSpPr>
          <p:grpSpPr bwMode="auto">
            <a:xfrm rot="497148">
              <a:off x="4368" y="2736"/>
              <a:ext cx="278" cy="208"/>
              <a:chOff x="2336" y="2000"/>
              <a:chExt cx="278" cy="208"/>
            </a:xfrm>
          </p:grpSpPr>
          <p:sp>
            <p:nvSpPr>
              <p:cNvPr id="52269" name="Text Box 248">
                <a:extLst>
                  <a:ext uri="{FF2B5EF4-FFF2-40B4-BE49-F238E27FC236}">
                    <a16:creationId xmlns:a16="http://schemas.microsoft.com/office/drawing/2014/main" id="{4D286855-D9AB-104B-822C-874744FA000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36" y="2000"/>
                <a:ext cx="154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8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H</a:t>
                </a:r>
              </a:p>
            </p:txBody>
          </p:sp>
          <p:sp>
            <p:nvSpPr>
              <p:cNvPr id="52270" name="Text Box 249">
                <a:extLst>
                  <a:ext uri="{FF2B5EF4-FFF2-40B4-BE49-F238E27FC236}">
                    <a16:creationId xmlns:a16="http://schemas.microsoft.com/office/drawing/2014/main" id="{8A8193D6-8BB1-2C45-8F05-CA3892161BE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60" y="2001"/>
                <a:ext cx="154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8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H</a:t>
                </a:r>
              </a:p>
            </p:txBody>
          </p:sp>
          <p:sp>
            <p:nvSpPr>
              <p:cNvPr id="52271" name="Text Box 250">
                <a:extLst>
                  <a:ext uri="{FF2B5EF4-FFF2-40B4-BE49-F238E27FC236}">
                    <a16:creationId xmlns:a16="http://schemas.microsoft.com/office/drawing/2014/main" id="{DDCC4A3F-9C9D-CD48-915C-05A25B28F7A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00" y="2073"/>
                <a:ext cx="154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8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O</a:t>
                </a:r>
              </a:p>
            </p:txBody>
          </p:sp>
          <p:sp>
            <p:nvSpPr>
              <p:cNvPr id="52272" name="Line 251">
                <a:extLst>
                  <a:ext uri="{FF2B5EF4-FFF2-40B4-BE49-F238E27FC236}">
                    <a16:creationId xmlns:a16="http://schemas.microsoft.com/office/drawing/2014/main" id="{CE0DC44A-4250-3244-A23C-93B501193F2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506" y="2099"/>
                <a:ext cx="15" cy="1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2273" name="Line 252">
                <a:extLst>
                  <a:ext uri="{FF2B5EF4-FFF2-40B4-BE49-F238E27FC236}">
                    <a16:creationId xmlns:a16="http://schemas.microsoft.com/office/drawing/2014/main" id="{EE28CFCD-E1CC-1F48-98D0-5DA7E1BB4DB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2444" y="2096"/>
                <a:ext cx="15" cy="1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2263" name="Group 253">
              <a:extLst>
                <a:ext uri="{FF2B5EF4-FFF2-40B4-BE49-F238E27FC236}">
                  <a16:creationId xmlns:a16="http://schemas.microsoft.com/office/drawing/2014/main" id="{BE86B084-2FBB-784C-B805-417780F9082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328" y="3600"/>
              <a:ext cx="278" cy="208"/>
              <a:chOff x="2336" y="2000"/>
              <a:chExt cx="278" cy="208"/>
            </a:xfrm>
          </p:grpSpPr>
          <p:sp>
            <p:nvSpPr>
              <p:cNvPr id="52264" name="Text Box 254">
                <a:extLst>
                  <a:ext uri="{FF2B5EF4-FFF2-40B4-BE49-F238E27FC236}">
                    <a16:creationId xmlns:a16="http://schemas.microsoft.com/office/drawing/2014/main" id="{78B5091F-BB74-1E43-9D6C-6E902E095F8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36" y="2000"/>
                <a:ext cx="154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8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H</a:t>
                </a:r>
              </a:p>
            </p:txBody>
          </p:sp>
          <p:sp>
            <p:nvSpPr>
              <p:cNvPr id="52265" name="Text Box 255">
                <a:extLst>
                  <a:ext uri="{FF2B5EF4-FFF2-40B4-BE49-F238E27FC236}">
                    <a16:creationId xmlns:a16="http://schemas.microsoft.com/office/drawing/2014/main" id="{D959B4A4-6E3D-434B-B748-45615706331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60" y="2001"/>
                <a:ext cx="154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8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H</a:t>
                </a:r>
              </a:p>
            </p:txBody>
          </p:sp>
          <p:sp>
            <p:nvSpPr>
              <p:cNvPr id="52266" name="Text Box 256">
                <a:extLst>
                  <a:ext uri="{FF2B5EF4-FFF2-40B4-BE49-F238E27FC236}">
                    <a16:creationId xmlns:a16="http://schemas.microsoft.com/office/drawing/2014/main" id="{EAB337D0-8606-164B-AC5E-82046BEAFE4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00" y="2073"/>
                <a:ext cx="154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8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O</a:t>
                </a:r>
              </a:p>
            </p:txBody>
          </p:sp>
          <p:sp>
            <p:nvSpPr>
              <p:cNvPr id="52267" name="Line 257">
                <a:extLst>
                  <a:ext uri="{FF2B5EF4-FFF2-40B4-BE49-F238E27FC236}">
                    <a16:creationId xmlns:a16="http://schemas.microsoft.com/office/drawing/2014/main" id="{FA0EA76A-3BAB-5049-9DA8-008B04FF489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506" y="2099"/>
                <a:ext cx="15" cy="1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2268" name="Line 258">
                <a:extLst>
                  <a:ext uri="{FF2B5EF4-FFF2-40B4-BE49-F238E27FC236}">
                    <a16:creationId xmlns:a16="http://schemas.microsoft.com/office/drawing/2014/main" id="{B6AE2809-5190-B040-A24B-F12CF3151D4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2444" y="2096"/>
                <a:ext cx="15" cy="1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52230" name="Text Box 259">
            <a:extLst>
              <a:ext uri="{FF2B5EF4-FFF2-40B4-BE49-F238E27FC236}">
                <a16:creationId xmlns:a16="http://schemas.microsoft.com/office/drawing/2014/main" id="{0EF26258-7E1A-C046-BCF1-0EF5614E19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76200"/>
            <a:ext cx="85344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4000">
                <a:solidFill>
                  <a:srgbClr val="000000"/>
                </a:solidFill>
                <a:latin typeface="Times New Roman" panose="02020603050405020304" pitchFamily="18" charset="0"/>
              </a:rPr>
              <a:t>Caveat: Anisotropy has low specificity</a:t>
            </a:r>
          </a:p>
        </p:txBody>
      </p:sp>
      <p:grpSp>
        <p:nvGrpSpPr>
          <p:cNvPr id="649480" name="Group 260">
            <a:extLst>
              <a:ext uri="{FF2B5EF4-FFF2-40B4-BE49-F238E27FC236}">
                <a16:creationId xmlns:a16="http://schemas.microsoft.com/office/drawing/2014/main" id="{0CEF37ED-9D61-4C40-B72F-762A53E8EEE0}"/>
              </a:ext>
            </a:extLst>
          </p:cNvPr>
          <p:cNvGrpSpPr>
            <a:grpSpLocks/>
          </p:cNvGrpSpPr>
          <p:nvPr/>
        </p:nvGrpSpPr>
        <p:grpSpPr bwMode="auto">
          <a:xfrm>
            <a:off x="3425825" y="1528763"/>
            <a:ext cx="2286000" cy="2257425"/>
            <a:chOff x="1412" y="238"/>
            <a:chExt cx="1440" cy="1422"/>
          </a:xfrm>
        </p:grpSpPr>
        <p:grpSp>
          <p:nvGrpSpPr>
            <p:cNvPr id="52245" name="Group 261">
              <a:extLst>
                <a:ext uri="{FF2B5EF4-FFF2-40B4-BE49-F238E27FC236}">
                  <a16:creationId xmlns:a16="http://schemas.microsoft.com/office/drawing/2014/main" id="{B52EEC0B-5FBA-BF49-99D6-D5288047431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21" y="238"/>
              <a:ext cx="1200" cy="1200"/>
              <a:chOff x="1521" y="238"/>
              <a:chExt cx="1200" cy="1200"/>
            </a:xfrm>
          </p:grpSpPr>
          <p:sp>
            <p:nvSpPr>
              <p:cNvPr id="52247" name="Rectangle 262">
                <a:extLst>
                  <a:ext uri="{FF2B5EF4-FFF2-40B4-BE49-F238E27FC236}">
                    <a16:creationId xmlns:a16="http://schemas.microsoft.com/office/drawing/2014/main" id="{157BE791-9D8B-7043-BDEC-57AD0E0C0C3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21" y="238"/>
                <a:ext cx="1200" cy="1200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280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2248" name="Oval 263">
                <a:extLst>
                  <a:ext uri="{FF2B5EF4-FFF2-40B4-BE49-F238E27FC236}">
                    <a16:creationId xmlns:a16="http://schemas.microsoft.com/office/drawing/2014/main" id="{762AD9F5-C465-FF4B-8BBE-B376E13555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65" y="682"/>
                <a:ext cx="312" cy="312"/>
              </a:xfrm>
              <a:prstGeom prst="ellipse">
                <a:avLst/>
              </a:prstGeom>
              <a:solidFill>
                <a:srgbClr val="FFFF99"/>
              </a:solidFill>
              <a:ln w="31750">
                <a:solidFill>
                  <a:schemeClr val="tx1"/>
                </a:solidFill>
                <a:prstDash val="dashDot"/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280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2249" name="Oval 264">
                <a:extLst>
                  <a:ext uri="{FF2B5EF4-FFF2-40B4-BE49-F238E27FC236}">
                    <a16:creationId xmlns:a16="http://schemas.microsoft.com/office/drawing/2014/main" id="{CDEE69C2-F95D-504B-9E52-9B3A6B628A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63" y="292"/>
                <a:ext cx="312" cy="312"/>
              </a:xfrm>
              <a:prstGeom prst="ellipse">
                <a:avLst/>
              </a:prstGeom>
              <a:solidFill>
                <a:srgbClr val="FFFF99"/>
              </a:solidFill>
              <a:ln w="152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280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2250" name="Oval 265">
                <a:extLst>
                  <a:ext uri="{FF2B5EF4-FFF2-40B4-BE49-F238E27FC236}">
                    <a16:creationId xmlns:a16="http://schemas.microsoft.com/office/drawing/2014/main" id="{5824004D-0FB1-364F-88B7-D20212EB0C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65" y="1078"/>
                <a:ext cx="312" cy="312"/>
              </a:xfrm>
              <a:prstGeom prst="ellipse">
                <a:avLst/>
              </a:prstGeom>
              <a:solidFill>
                <a:srgbClr val="FFFF99"/>
              </a:solidFill>
              <a:ln w="31750">
                <a:solidFill>
                  <a:schemeClr val="tx1"/>
                </a:solidFill>
                <a:prstDash val="dashDot"/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280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2251" name="Oval 266">
                <a:extLst>
                  <a:ext uri="{FF2B5EF4-FFF2-40B4-BE49-F238E27FC236}">
                    <a16:creationId xmlns:a16="http://schemas.microsoft.com/office/drawing/2014/main" id="{E20B30F4-DE81-8D4D-8B5C-4790628C6D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17" y="488"/>
                <a:ext cx="312" cy="312"/>
              </a:xfrm>
              <a:prstGeom prst="ellipse">
                <a:avLst/>
              </a:prstGeom>
              <a:solidFill>
                <a:srgbClr val="FFFF99"/>
              </a:solidFill>
              <a:ln w="31750">
                <a:solidFill>
                  <a:schemeClr val="tx1"/>
                </a:solidFill>
                <a:prstDash val="dashDot"/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280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2252" name="Oval 267">
                <a:extLst>
                  <a:ext uri="{FF2B5EF4-FFF2-40B4-BE49-F238E27FC236}">
                    <a16:creationId xmlns:a16="http://schemas.microsoft.com/office/drawing/2014/main" id="{0F86AD87-2037-A049-9233-0C28993332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17" y="886"/>
                <a:ext cx="312" cy="312"/>
              </a:xfrm>
              <a:prstGeom prst="ellipse">
                <a:avLst/>
              </a:prstGeom>
              <a:solidFill>
                <a:srgbClr val="FFFF99"/>
              </a:solidFill>
              <a:ln w="31750">
                <a:solidFill>
                  <a:schemeClr val="tx1"/>
                </a:solidFill>
                <a:prstDash val="dashDot"/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280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2253" name="Oval 268">
                <a:extLst>
                  <a:ext uri="{FF2B5EF4-FFF2-40B4-BE49-F238E27FC236}">
                    <a16:creationId xmlns:a16="http://schemas.microsoft.com/office/drawing/2014/main" id="{57C9C4BB-124D-A54B-B19F-7C3C18F130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09" y="484"/>
                <a:ext cx="312" cy="312"/>
              </a:xfrm>
              <a:prstGeom prst="ellipse">
                <a:avLst/>
              </a:prstGeom>
              <a:solidFill>
                <a:srgbClr val="FFFF99"/>
              </a:solidFill>
              <a:ln w="152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280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2254" name="Oval 269">
                <a:extLst>
                  <a:ext uri="{FF2B5EF4-FFF2-40B4-BE49-F238E27FC236}">
                    <a16:creationId xmlns:a16="http://schemas.microsoft.com/office/drawing/2014/main" id="{14F8A77D-1548-974E-B010-1118EE5554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09" y="882"/>
                <a:ext cx="312" cy="312"/>
              </a:xfrm>
              <a:prstGeom prst="ellipse">
                <a:avLst/>
              </a:prstGeom>
              <a:solidFill>
                <a:srgbClr val="FFFF99"/>
              </a:solidFill>
              <a:ln w="152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280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52246" name="Text Box 270">
              <a:extLst>
                <a:ext uri="{FF2B5EF4-FFF2-40B4-BE49-F238E27FC236}">
                  <a16:creationId xmlns:a16="http://schemas.microsoft.com/office/drawing/2014/main" id="{E4989B66-7FBE-2941-AB10-3D5E7B5F9C5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12" y="1448"/>
              <a:ext cx="144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solidFill>
                    <a:srgbClr val="000000"/>
                  </a:solidFill>
                  <a:latin typeface="Times New Roman" panose="02020603050405020304" pitchFamily="18" charset="0"/>
                </a:rPr>
                <a:t>DEMYELINATION</a:t>
              </a:r>
            </a:p>
          </p:txBody>
        </p:sp>
      </p:grpSp>
      <p:grpSp>
        <p:nvGrpSpPr>
          <p:cNvPr id="649482" name="Group 271">
            <a:extLst>
              <a:ext uri="{FF2B5EF4-FFF2-40B4-BE49-F238E27FC236}">
                <a16:creationId xmlns:a16="http://schemas.microsoft.com/office/drawing/2014/main" id="{0EAAB839-9421-3A4E-8250-80D45924B9F5}"/>
              </a:ext>
            </a:extLst>
          </p:cNvPr>
          <p:cNvGrpSpPr>
            <a:grpSpLocks/>
          </p:cNvGrpSpPr>
          <p:nvPr/>
        </p:nvGrpSpPr>
        <p:grpSpPr bwMode="auto">
          <a:xfrm>
            <a:off x="5715000" y="1531938"/>
            <a:ext cx="2286000" cy="2506662"/>
            <a:chOff x="2854" y="578"/>
            <a:chExt cx="1440" cy="1579"/>
          </a:xfrm>
        </p:grpSpPr>
        <p:grpSp>
          <p:nvGrpSpPr>
            <p:cNvPr id="52236" name="Group 272">
              <a:extLst>
                <a:ext uri="{FF2B5EF4-FFF2-40B4-BE49-F238E27FC236}">
                  <a16:creationId xmlns:a16="http://schemas.microsoft.com/office/drawing/2014/main" id="{5E398B2A-CA66-2544-AFC2-2BAEAEB772B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54" y="578"/>
              <a:ext cx="1440" cy="1579"/>
              <a:chOff x="2854" y="240"/>
              <a:chExt cx="1440" cy="1579"/>
            </a:xfrm>
          </p:grpSpPr>
          <p:sp>
            <p:nvSpPr>
              <p:cNvPr id="52240" name="Rectangle 273">
                <a:extLst>
                  <a:ext uri="{FF2B5EF4-FFF2-40B4-BE49-F238E27FC236}">
                    <a16:creationId xmlns:a16="http://schemas.microsoft.com/office/drawing/2014/main" id="{36909CA9-08B8-E34D-98A4-1D7D627AAC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0" y="240"/>
                <a:ext cx="1200" cy="1200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280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2241" name="Text Box 274">
                <a:extLst>
                  <a:ext uri="{FF2B5EF4-FFF2-40B4-BE49-F238E27FC236}">
                    <a16:creationId xmlns:a16="http://schemas.microsoft.com/office/drawing/2014/main" id="{C53AB07E-B2E7-924E-B7B6-C0B21780EC5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54" y="1453"/>
                <a:ext cx="1440" cy="3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6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AXONAL LOSS    AND GLIOSIS</a:t>
                </a:r>
              </a:p>
            </p:txBody>
          </p:sp>
          <p:sp>
            <p:nvSpPr>
              <p:cNvPr id="52242" name="Oval 275">
                <a:extLst>
                  <a:ext uri="{FF2B5EF4-FFF2-40B4-BE49-F238E27FC236}">
                    <a16:creationId xmlns:a16="http://schemas.microsoft.com/office/drawing/2014/main" id="{1227DCF3-D0FA-3A41-8FBE-AFD2DADBAA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01" y="294"/>
                <a:ext cx="312" cy="312"/>
              </a:xfrm>
              <a:prstGeom prst="ellipse">
                <a:avLst/>
              </a:prstGeom>
              <a:solidFill>
                <a:srgbClr val="FFFF99"/>
              </a:solidFill>
              <a:ln w="152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280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2243" name="Oval 276">
                <a:extLst>
                  <a:ext uri="{FF2B5EF4-FFF2-40B4-BE49-F238E27FC236}">
                    <a16:creationId xmlns:a16="http://schemas.microsoft.com/office/drawing/2014/main" id="{C391E36E-4C24-BD42-86C9-FB6330A6F3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47" y="486"/>
                <a:ext cx="312" cy="312"/>
              </a:xfrm>
              <a:prstGeom prst="ellipse">
                <a:avLst/>
              </a:prstGeom>
              <a:solidFill>
                <a:srgbClr val="FFFF99"/>
              </a:solidFill>
              <a:ln w="152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280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2244" name="Oval 277">
                <a:extLst>
                  <a:ext uri="{FF2B5EF4-FFF2-40B4-BE49-F238E27FC236}">
                    <a16:creationId xmlns:a16="http://schemas.microsoft.com/office/drawing/2014/main" id="{F0CC0BF3-B419-4D42-86A6-929A66D54C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47" y="884"/>
                <a:ext cx="312" cy="312"/>
              </a:xfrm>
              <a:prstGeom prst="ellipse">
                <a:avLst/>
              </a:prstGeom>
              <a:solidFill>
                <a:srgbClr val="FFFF99"/>
              </a:solidFill>
              <a:ln w="152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280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52237" name="AutoShape 278">
              <a:extLst>
                <a:ext uri="{FF2B5EF4-FFF2-40B4-BE49-F238E27FC236}">
                  <a16:creationId xmlns:a16="http://schemas.microsoft.com/office/drawing/2014/main" id="{AEAF01E4-6A6A-0445-AC38-9F7844B2858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4267430">
              <a:off x="3552" y="1248"/>
              <a:ext cx="384" cy="576"/>
            </a:xfrm>
            <a:prstGeom prst="irregularSeal2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2238" name="AutoShape 279">
              <a:extLst>
                <a:ext uri="{FF2B5EF4-FFF2-40B4-BE49-F238E27FC236}">
                  <a16:creationId xmlns:a16="http://schemas.microsoft.com/office/drawing/2014/main" id="{306357E6-4AE3-8A4D-BCB8-1664B0EFE2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0" y="960"/>
              <a:ext cx="480" cy="432"/>
            </a:xfrm>
            <a:prstGeom prst="irregularSeal1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2239" name="AutoShape 280">
              <a:extLst>
                <a:ext uri="{FF2B5EF4-FFF2-40B4-BE49-F238E27FC236}">
                  <a16:creationId xmlns:a16="http://schemas.microsoft.com/office/drawing/2014/main" id="{E44D3C11-F03C-804C-9E30-810F5C5AB98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1144506">
              <a:off x="3793" y="775"/>
              <a:ext cx="336" cy="576"/>
            </a:xfrm>
            <a:prstGeom prst="irregularSeal2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649497" name="Text Box 281">
            <a:extLst>
              <a:ext uri="{FF2B5EF4-FFF2-40B4-BE49-F238E27FC236}">
                <a16:creationId xmlns:a16="http://schemas.microsoft.com/office/drawing/2014/main" id="{93ED6CD0-62E8-C649-8BAF-E040573436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19325" y="838200"/>
            <a:ext cx="6792913" cy="519113"/>
          </a:xfrm>
          <a:prstGeom prst="rect">
            <a:avLst/>
          </a:prstGeom>
          <a:solidFill>
            <a:srgbClr val="AAA088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</a:t>
            </a:r>
            <a:r>
              <a:rPr lang="en-US" altLang="en-US" sz="2800">
                <a:solidFill>
                  <a:srgbClr val="000000"/>
                </a:solidFill>
                <a:latin typeface="Times New Roman" panose="02020603050405020304" pitchFamily="18" charset="0"/>
              </a:rPr>
              <a:t>Anisotropy</a:t>
            </a:r>
          </a:p>
        </p:txBody>
      </p:sp>
      <p:sp>
        <p:nvSpPr>
          <p:cNvPr id="649498" name="Rectangle 282">
            <a:extLst>
              <a:ext uri="{FF2B5EF4-FFF2-40B4-BE49-F238E27FC236}">
                <a16:creationId xmlns:a16="http://schemas.microsoft.com/office/drawing/2014/main" id="{3B3333C4-AC4B-4B4B-AD86-36F6476833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838200"/>
            <a:ext cx="6810375" cy="58674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8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52235" name="Rectangle 282">
            <a:extLst>
              <a:ext uri="{FF2B5EF4-FFF2-40B4-BE49-F238E27FC236}">
                <a16:creationId xmlns:a16="http://schemas.microsoft.com/office/drawing/2014/main" id="{13011F37-7F91-D04C-BC03-574F535BFA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457950"/>
            <a:ext cx="29749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ts val="700"/>
              </a:spcBef>
              <a:buClr>
                <a:srgbClr val="9FBCC7"/>
              </a:buClr>
              <a:buSzPct val="125000"/>
              <a:buFontTx/>
              <a:buNone/>
            </a:pPr>
            <a:r>
              <a:rPr lang="en-US" altLang="en-US" sz="2000">
                <a:solidFill>
                  <a:srgbClr val="000000"/>
                </a:solidFill>
                <a:latin typeface="Helvetica Neue Light" panose="02000403000000020004" pitchFamily="2" charset="0"/>
                <a:sym typeface="Helvetica Neue Light" panose="02000403000000020004" pitchFamily="2" charset="0"/>
              </a:rPr>
              <a:t>Courtesy AS Field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9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49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9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49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9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49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9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49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9497" grpId="0" animBg="1"/>
      <p:bldP spid="64949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Footer Placeholder 3">
            <a:extLst>
              <a:ext uri="{FF2B5EF4-FFF2-40B4-BE49-F238E27FC236}">
                <a16:creationId xmlns:a16="http://schemas.microsoft.com/office/drawing/2014/main" id="{B18B8242-FB35-D847-976C-178A4AF1F79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FFFF35"/>
                </a:solidFill>
              </a:rPr>
              <a:t>DT-MRI Alexander</a:t>
            </a:r>
          </a:p>
        </p:txBody>
      </p:sp>
      <p:sp>
        <p:nvSpPr>
          <p:cNvPr id="54274" name="Rectangle 2">
            <a:extLst>
              <a:ext uri="{FF2B5EF4-FFF2-40B4-BE49-F238E27FC236}">
                <a16:creationId xmlns:a16="http://schemas.microsoft.com/office/drawing/2014/main" id="{51AAFC4A-11EA-C149-9714-7941285E4EC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223838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>
                <a:solidFill>
                  <a:srgbClr val="FFFF00"/>
                </a:solidFill>
                <a:latin typeface="Tahoma" panose="020B0604030504040204" pitchFamily="34" charset="0"/>
                <a:ea typeface="ＭＳ Ｐゴシック" panose="020B0600070205080204" pitchFamily="34" charset="-128"/>
              </a:rPr>
              <a:t>Why DTI?</a:t>
            </a:r>
          </a:p>
        </p:txBody>
      </p:sp>
      <p:sp>
        <p:nvSpPr>
          <p:cNvPr id="416777" name="Rectangle 9">
            <a:extLst>
              <a:ext uri="{FF2B5EF4-FFF2-40B4-BE49-F238E27FC236}">
                <a16:creationId xmlns:a16="http://schemas.microsoft.com/office/drawing/2014/main" id="{315CABFE-9CAF-1041-A92A-6E913390F5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1773238"/>
            <a:ext cx="8054975" cy="655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en-US" sz="2800" b="0" dirty="0">
                <a:solidFill>
                  <a:srgbClr val="FFFFFF"/>
                </a:solidFill>
                <a:latin typeface="Tahoma" panose="020B0604030504040204" pitchFamily="34" charset="0"/>
              </a:rPr>
              <a:t>Diffusion is </a:t>
            </a:r>
            <a:r>
              <a:rPr lang="en-US" altLang="en-US" sz="3600" dirty="0">
                <a:solidFill>
                  <a:srgbClr val="FF0000"/>
                </a:solidFill>
                <a:latin typeface="Tahoma" panose="020B0604030504040204" pitchFamily="34" charset="0"/>
              </a:rPr>
              <a:t>EXTREMELY SENSITIVE</a:t>
            </a:r>
            <a:r>
              <a:rPr lang="en-US" altLang="en-US" sz="2800" b="0" dirty="0">
                <a:solidFill>
                  <a:srgbClr val="FFFFFF"/>
                </a:solidFill>
                <a:latin typeface="Tahoma" panose="020B0604030504040204" pitchFamily="34" charset="0"/>
              </a:rPr>
              <a:t> to tissue changes/differences at the microstructural level</a:t>
            </a:r>
          </a:p>
          <a:p>
            <a:pPr lvl="1"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en-US" sz="2400" b="0" dirty="0">
                <a:solidFill>
                  <a:srgbClr val="FF9933"/>
                </a:solidFill>
                <a:latin typeface="Tahoma" panose="020B0604030504040204" pitchFamily="34" charset="0"/>
              </a:rPr>
              <a:t>Myelination</a:t>
            </a:r>
          </a:p>
          <a:p>
            <a:pPr lvl="1"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en-US" sz="2400" b="0" dirty="0">
                <a:solidFill>
                  <a:srgbClr val="FF9933"/>
                </a:solidFill>
                <a:latin typeface="Tahoma" panose="020B0604030504040204" pitchFamily="34" charset="0"/>
              </a:rPr>
              <a:t>Axon damage/loss</a:t>
            </a:r>
          </a:p>
          <a:p>
            <a:pPr lvl="1"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en-US" sz="2400" b="0" dirty="0">
                <a:solidFill>
                  <a:srgbClr val="FF9933"/>
                </a:solidFill>
                <a:latin typeface="Tahoma" panose="020B0604030504040204" pitchFamily="34" charset="0"/>
              </a:rPr>
              <a:t>Cell Proliferation / Density</a:t>
            </a:r>
          </a:p>
          <a:p>
            <a:pPr lvl="1"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en-US" sz="2400" b="0" dirty="0">
                <a:solidFill>
                  <a:srgbClr val="FF9933"/>
                </a:solidFill>
                <a:latin typeface="Tahoma" panose="020B0604030504040204" pitchFamily="34" charset="0"/>
              </a:rPr>
              <a:t>Inflammation / Edema</a:t>
            </a:r>
          </a:p>
          <a:p>
            <a:pPr lvl="1"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en-US" sz="2400" b="0" dirty="0">
                <a:solidFill>
                  <a:srgbClr val="FF9933"/>
                </a:solidFill>
                <a:latin typeface="Tahoma" panose="020B0604030504040204" pitchFamily="34" charset="0"/>
              </a:rPr>
              <a:t>Ischemia</a:t>
            </a:r>
          </a:p>
          <a:p>
            <a:pPr lvl="1"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en-US" sz="2400" b="0" dirty="0">
                <a:solidFill>
                  <a:srgbClr val="FF9933"/>
                </a:solidFill>
                <a:latin typeface="Tahoma" panose="020B0604030504040204" pitchFamily="34" charset="0"/>
              </a:rPr>
              <a:t>WM Organization</a:t>
            </a:r>
          </a:p>
          <a:p>
            <a:pPr lvl="1"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en-US" sz="2400" b="0" dirty="0">
                <a:solidFill>
                  <a:srgbClr val="FF9933"/>
                </a:solidFill>
                <a:latin typeface="Tahoma" panose="020B0604030504040204" pitchFamily="34" charset="0"/>
              </a:rPr>
              <a:t>Development &amp; Aging</a:t>
            </a:r>
          </a:p>
        </p:txBody>
      </p:sp>
      <p:sp>
        <p:nvSpPr>
          <p:cNvPr id="416778" name="Rectangle 10">
            <a:extLst>
              <a:ext uri="{FF2B5EF4-FFF2-40B4-BE49-F238E27FC236}">
                <a16:creationId xmlns:a16="http://schemas.microsoft.com/office/drawing/2014/main" id="{7F58DD3E-67F0-1A49-B2FC-2A52F80FB0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16513" y="4022725"/>
            <a:ext cx="4027487" cy="1974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en-US" sz="1800" b="0">
                <a:solidFill>
                  <a:srgbClr val="FF0000"/>
                </a:solidFill>
                <a:latin typeface="Tahoma" panose="020B0604030504040204" pitchFamily="34" charset="0"/>
              </a:rPr>
              <a:t>Caveat – non-specific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en-US" sz="1800" b="0">
                <a:solidFill>
                  <a:srgbClr val="FF0000"/>
                </a:solidFill>
                <a:latin typeface="Tahoma" panose="020B0604030504040204" pitchFamily="34" charset="0"/>
              </a:rPr>
              <a:t>Diffusion = Membrane/Barrier Spacings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en-US" sz="1800" b="0" i="1">
                <a:solidFill>
                  <a:srgbClr val="FF0000"/>
                </a:solidFill>
                <a:latin typeface="Tahoma" panose="020B0604030504040204" pitchFamily="34" charset="0"/>
              </a:rPr>
              <a:t>a priori</a:t>
            </a:r>
            <a:r>
              <a:rPr lang="en-US" altLang="en-US" sz="1800" b="0">
                <a:solidFill>
                  <a:srgbClr val="FF0000"/>
                </a:solidFill>
                <a:latin typeface="Tahoma" panose="020B0604030504040204" pitchFamily="34" charset="0"/>
              </a:rPr>
              <a:t> knowledge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167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16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6777" grpId="0" autoUpdateAnimBg="0"/>
      <p:bldP spid="416778" grpId="0" autoUpdateAnimBg="0"/>
    </p:bld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8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imes New Roman" pitchFamily="-111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8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imes New Roman" pitchFamily="-111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Ricepaper">
  <a:themeElements>
    <a:clrScheme name="Ricepaper 5">
      <a:dk1>
        <a:srgbClr val="20374E"/>
      </a:dk1>
      <a:lt1>
        <a:srgbClr val="DCE4D2"/>
      </a:lt1>
      <a:dk2>
        <a:srgbClr val="333333"/>
      </a:dk2>
      <a:lt2>
        <a:srgbClr val="524C46"/>
      </a:lt2>
      <a:accent1>
        <a:srgbClr val="C9C491"/>
      </a:accent1>
      <a:accent2>
        <a:srgbClr val="8A776A"/>
      </a:accent2>
      <a:accent3>
        <a:srgbClr val="EBEFE5"/>
      </a:accent3>
      <a:accent4>
        <a:srgbClr val="1A2D41"/>
      </a:accent4>
      <a:accent5>
        <a:srgbClr val="E1DEC7"/>
      </a:accent5>
      <a:accent6>
        <a:srgbClr val="7D6B5F"/>
      </a:accent6>
      <a:hlink>
        <a:srgbClr val="67895F"/>
      </a:hlink>
      <a:folHlink>
        <a:srgbClr val="4D4D4D"/>
      </a:folHlink>
    </a:clrScheme>
    <a:fontScheme name="Ricepaper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imes New Roman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imes New Roman" charset="0"/>
          </a:defRPr>
        </a:defPPr>
      </a:lstStyle>
    </a:lnDef>
  </a:objectDefaults>
  <a:extraClrSchemeLst>
    <a:extraClrScheme>
      <a:clrScheme name="Ricepaper 1">
        <a:dk1>
          <a:srgbClr val="9D9475"/>
        </a:dk1>
        <a:lt1>
          <a:srgbClr val="333333"/>
        </a:lt1>
        <a:dk2>
          <a:srgbClr val="333300"/>
        </a:dk2>
        <a:lt2>
          <a:srgbClr val="333333"/>
        </a:lt2>
        <a:accent1>
          <a:srgbClr val="B3C39F"/>
        </a:accent1>
        <a:accent2>
          <a:srgbClr val="DCD9CE"/>
        </a:accent2>
        <a:accent3>
          <a:srgbClr val="ADADAA"/>
        </a:accent3>
        <a:accent4>
          <a:srgbClr val="2A2A2A"/>
        </a:accent4>
        <a:accent5>
          <a:srgbClr val="D6DECD"/>
        </a:accent5>
        <a:accent6>
          <a:srgbClr val="C7C4BA"/>
        </a:accent6>
        <a:hlink>
          <a:srgbClr val="CC9900"/>
        </a:hlink>
        <a:folHlink>
          <a:srgbClr val="ADA68B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icepaper 2">
        <a:dk1>
          <a:srgbClr val="00264C"/>
        </a:dk1>
        <a:lt1>
          <a:srgbClr val="FFFFE9"/>
        </a:lt1>
        <a:dk2>
          <a:srgbClr val="333333"/>
        </a:dk2>
        <a:lt2>
          <a:srgbClr val="333333"/>
        </a:lt2>
        <a:accent1>
          <a:srgbClr val="78C0B2"/>
        </a:accent1>
        <a:accent2>
          <a:srgbClr val="262D4C"/>
        </a:accent2>
        <a:accent3>
          <a:srgbClr val="FFFFF2"/>
        </a:accent3>
        <a:accent4>
          <a:srgbClr val="001F40"/>
        </a:accent4>
        <a:accent5>
          <a:srgbClr val="BEDCD5"/>
        </a:accent5>
        <a:accent6>
          <a:srgbClr val="212844"/>
        </a:accent6>
        <a:hlink>
          <a:srgbClr val="598BBD"/>
        </a:hlink>
        <a:folHlink>
          <a:srgbClr val="4D4D4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icepaper 3">
        <a:dk1>
          <a:srgbClr val="000000"/>
        </a:dk1>
        <a:lt1>
          <a:srgbClr val="F8F8F8"/>
        </a:lt1>
        <a:dk2>
          <a:srgbClr val="333333"/>
        </a:dk2>
        <a:lt2>
          <a:srgbClr val="5F5F5F"/>
        </a:lt2>
        <a:accent1>
          <a:srgbClr val="DDDDDD"/>
        </a:accent1>
        <a:accent2>
          <a:srgbClr val="808080"/>
        </a:accent2>
        <a:accent3>
          <a:srgbClr val="FBFBFB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5F5F5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icepaper 4">
        <a:dk1>
          <a:srgbClr val="00264C"/>
        </a:dk1>
        <a:lt1>
          <a:srgbClr val="FFFFFF"/>
        </a:lt1>
        <a:dk2>
          <a:srgbClr val="333333"/>
        </a:dk2>
        <a:lt2>
          <a:srgbClr val="2E697E"/>
        </a:lt2>
        <a:accent1>
          <a:srgbClr val="BAC8AA"/>
        </a:accent1>
        <a:accent2>
          <a:srgbClr val="6E9883"/>
        </a:accent2>
        <a:accent3>
          <a:srgbClr val="FFFFFF"/>
        </a:accent3>
        <a:accent4>
          <a:srgbClr val="001F40"/>
        </a:accent4>
        <a:accent5>
          <a:srgbClr val="D9E0D2"/>
        </a:accent5>
        <a:accent6>
          <a:srgbClr val="638976"/>
        </a:accent6>
        <a:hlink>
          <a:srgbClr val="CC9900"/>
        </a:hlink>
        <a:folHlink>
          <a:srgbClr val="7DAEC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icepaper 5">
        <a:dk1>
          <a:srgbClr val="20374E"/>
        </a:dk1>
        <a:lt1>
          <a:srgbClr val="DCE4D2"/>
        </a:lt1>
        <a:dk2>
          <a:srgbClr val="333333"/>
        </a:dk2>
        <a:lt2>
          <a:srgbClr val="524C46"/>
        </a:lt2>
        <a:accent1>
          <a:srgbClr val="C9C491"/>
        </a:accent1>
        <a:accent2>
          <a:srgbClr val="8A776A"/>
        </a:accent2>
        <a:accent3>
          <a:srgbClr val="EBEFE5"/>
        </a:accent3>
        <a:accent4>
          <a:srgbClr val="1A2D41"/>
        </a:accent4>
        <a:accent5>
          <a:srgbClr val="E1DEC7"/>
        </a:accent5>
        <a:accent6>
          <a:srgbClr val="7D6B5F"/>
        </a:accent6>
        <a:hlink>
          <a:srgbClr val="67895F"/>
        </a:hlink>
        <a:folHlink>
          <a:srgbClr val="4D4D4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2_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8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imes New Roman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8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imes New Roman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8_Default Design">
  <a:themeElements>
    <a:clrScheme name="1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1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6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43110</TotalTime>
  <Words>465</Words>
  <Application>Microsoft Macintosh PowerPoint</Application>
  <PresentationFormat>On-screen Show (4:3)</PresentationFormat>
  <Paragraphs>199</Paragraphs>
  <Slides>12</Slides>
  <Notes>12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4</vt:i4>
      </vt:variant>
      <vt:variant>
        <vt:lpstr>Embedded OLE Servers</vt:lpstr>
      </vt:variant>
      <vt:variant>
        <vt:i4>3</vt:i4>
      </vt:variant>
      <vt:variant>
        <vt:lpstr>Slide Titles</vt:lpstr>
      </vt:variant>
      <vt:variant>
        <vt:i4>12</vt:i4>
      </vt:variant>
    </vt:vector>
  </HeadingPairs>
  <TitlesOfParts>
    <vt:vector size="30" baseType="lpstr">
      <vt:lpstr>Arial</vt:lpstr>
      <vt:lpstr>Arial Black</vt:lpstr>
      <vt:lpstr>Comic Sans MS</vt:lpstr>
      <vt:lpstr>Helvetica</vt:lpstr>
      <vt:lpstr>Helvetica Neue Light</vt:lpstr>
      <vt:lpstr>Optima</vt:lpstr>
      <vt:lpstr>Symbol</vt:lpstr>
      <vt:lpstr>Tahoma</vt:lpstr>
      <vt:lpstr>Times New Roman</vt:lpstr>
      <vt:lpstr>Verdana</vt:lpstr>
      <vt:lpstr>Wingdings</vt:lpstr>
      <vt:lpstr>Default Design</vt:lpstr>
      <vt:lpstr>1_Ricepaper</vt:lpstr>
      <vt:lpstr>2_Default Design</vt:lpstr>
      <vt:lpstr>8_Default Design</vt:lpstr>
      <vt:lpstr>Equation</vt:lpstr>
      <vt:lpstr>SPW 9.0 Graph</vt:lpstr>
      <vt:lpstr>Chart</vt:lpstr>
      <vt:lpstr>Analysis of DTI Data</vt:lpstr>
      <vt:lpstr>Diffusion Tensor Imaging</vt:lpstr>
      <vt:lpstr>PowerPoint Presentation</vt:lpstr>
      <vt:lpstr>Diffusion Eigenvalues</vt:lpstr>
      <vt:lpstr>PowerPoint Presentation</vt:lpstr>
      <vt:lpstr>Fractional Anisotropy</vt:lpstr>
      <vt:lpstr>Low SNR Biases DTI </vt:lpstr>
      <vt:lpstr>DTI &amp; SNR</vt:lpstr>
      <vt:lpstr>Variance Across Studies - FA</vt:lpstr>
      <vt:lpstr>DTI Histograms</vt:lpstr>
      <vt:lpstr>PowerPoint Presentation</vt:lpstr>
      <vt:lpstr>Why DTI?</vt:lpstr>
    </vt:vector>
  </TitlesOfParts>
  <Company>University of Wisconsin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Diffusion Tensor MRI  at 3 Tesla</dc:title>
  <dc:creator>alexander</dc:creator>
  <cp:lastModifiedBy>ANDREW L ALEXANDER</cp:lastModifiedBy>
  <cp:revision>170</cp:revision>
  <cp:lastPrinted>2018-10-02T20:35:02Z</cp:lastPrinted>
  <dcterms:created xsi:type="dcterms:W3CDTF">2010-10-07T17:37:11Z</dcterms:created>
  <dcterms:modified xsi:type="dcterms:W3CDTF">2020-10-27T23:17:53Z</dcterms:modified>
</cp:coreProperties>
</file>