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6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7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8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4979" r:id="rId2"/>
    <p:sldMasterId id="2147485012" r:id="rId3"/>
    <p:sldMasterId id="2147485400" r:id="rId4"/>
    <p:sldMasterId id="2147485404" r:id="rId5"/>
    <p:sldMasterId id="2147485416" r:id="rId6"/>
    <p:sldMasterId id="2147485429" r:id="rId7"/>
    <p:sldMasterId id="2147485459" r:id="rId8"/>
    <p:sldMasterId id="2147485475" r:id="rId9"/>
  </p:sldMasterIdLst>
  <p:notesMasterIdLst>
    <p:notesMasterId r:id="rId25"/>
  </p:notesMasterIdLst>
  <p:handoutMasterIdLst>
    <p:handoutMasterId r:id="rId26"/>
  </p:handoutMasterIdLst>
  <p:sldIdLst>
    <p:sldId id="256" r:id="rId10"/>
    <p:sldId id="851" r:id="rId11"/>
    <p:sldId id="854" r:id="rId12"/>
    <p:sldId id="819" r:id="rId13"/>
    <p:sldId id="855" r:id="rId14"/>
    <p:sldId id="820" r:id="rId15"/>
    <p:sldId id="818" r:id="rId16"/>
    <p:sldId id="811" r:id="rId17"/>
    <p:sldId id="821" r:id="rId18"/>
    <p:sldId id="822" r:id="rId19"/>
    <p:sldId id="812" r:id="rId20"/>
    <p:sldId id="823" r:id="rId21"/>
    <p:sldId id="824" r:id="rId22"/>
    <p:sldId id="888" r:id="rId23"/>
    <p:sldId id="825" r:id="rId24"/>
  </p:sldIdLst>
  <p:sldSz cx="9144000" cy="6858000" type="screen4x3"/>
  <p:notesSz cx="7026275" cy="93122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>
    <p:restoredLeft sz="9652"/>
    <p:restoredTop sz="94665"/>
  </p:normalViewPr>
  <p:slideViewPr>
    <p:cSldViewPr snapToGrid="0">
      <p:cViewPr varScale="1">
        <p:scale>
          <a:sx n="107" d="100"/>
          <a:sy n="107" d="100"/>
        </p:scale>
        <p:origin x="2104" y="168"/>
      </p:cViewPr>
      <p:guideLst>
        <p:guide orient="horz" pos="1966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5412"/>
    </p:cViewPr>
  </p:sorterViewPr>
  <p:notesViewPr>
    <p:cSldViewPr snapToGrid="0">
      <p:cViewPr varScale="1">
        <p:scale>
          <a:sx n="81" d="100"/>
          <a:sy n="81" d="100"/>
        </p:scale>
        <p:origin x="388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viewProps" Target="viewProps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Rectangle 2">
            <a:extLst>
              <a:ext uri="{FF2B5EF4-FFF2-40B4-BE49-F238E27FC236}">
                <a16:creationId xmlns:a16="http://schemas.microsoft.com/office/drawing/2014/main" id="{F300673E-0BDA-B842-82D3-508D2FDD45B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5" name="Rectangle 3">
            <a:extLst>
              <a:ext uri="{FF2B5EF4-FFF2-40B4-BE49-F238E27FC236}">
                <a16:creationId xmlns:a16="http://schemas.microsoft.com/office/drawing/2014/main" id="{C4BA9D90-6AEB-C64D-81C9-7C35FD39D3E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6" name="Rectangle 4">
            <a:extLst>
              <a:ext uri="{FF2B5EF4-FFF2-40B4-BE49-F238E27FC236}">
                <a16:creationId xmlns:a16="http://schemas.microsoft.com/office/drawing/2014/main" id="{26539AAD-EF5D-0841-AC71-9E0F020C139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3637" name="Rectangle 5">
            <a:extLst>
              <a:ext uri="{FF2B5EF4-FFF2-40B4-BE49-F238E27FC236}">
                <a16:creationId xmlns:a16="http://schemas.microsoft.com/office/drawing/2014/main" id="{2DB6BD87-1F5D-B643-8693-3D5A26FF862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/>
            </a:lvl1pPr>
          </a:lstStyle>
          <a:p>
            <a:fld id="{6AE087A4-26A1-794A-B824-ACA0D2C183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BD0D3B0-02B3-4446-A2CD-B7A466CCEE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2B89AEE0-D85E-4B43-948B-BF238447DDB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81450" y="0"/>
            <a:ext cx="304482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748" name="Rectangle 4">
            <a:extLst>
              <a:ext uri="{FF2B5EF4-FFF2-40B4-BE49-F238E27FC236}">
                <a16:creationId xmlns:a16="http://schemas.microsoft.com/office/drawing/2014/main" id="{E725C9C6-3F1A-0E44-9DDE-694E1FFF620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5863" y="698500"/>
            <a:ext cx="4654550" cy="34925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BA3BA019-25AF-A141-A55A-884F2F346B9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422775"/>
            <a:ext cx="5153025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50019AFA-935D-9543-B65E-259307FD7A5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defTabSz="933450" eaLnBrk="1" hangingPunct="1">
              <a:defRPr sz="1200" b="0"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65F06C1-A67E-A947-8318-7895AA3996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81450" y="8847138"/>
            <a:ext cx="304482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350" tIns="46675" rIns="93350" bIns="46675" numCol="1" anchor="b" anchorCtr="0" compatLnSpc="1">
            <a:prstTxWarp prst="textNoShape">
              <a:avLst/>
            </a:prstTxWarp>
          </a:bodyPr>
          <a:lstStyle>
            <a:lvl1pPr algn="r" defTabSz="933450" eaLnBrk="1" hangingPunct="1">
              <a:defRPr sz="1200" b="0"/>
            </a:lvl1pPr>
          </a:lstStyle>
          <a:p>
            <a:fld id="{4EA38645-FCA4-C043-A9B6-4DA084ECB92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1" charset="0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7">
            <a:extLst>
              <a:ext uri="{FF2B5EF4-FFF2-40B4-BE49-F238E27FC236}">
                <a16:creationId xmlns:a16="http://schemas.microsoft.com/office/drawing/2014/main" id="{57A633D3-799F-604F-B512-B170C9122B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4AFCA36-9CBE-EC4D-B9C6-F4D65CBBB866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D916A275-258E-5C43-88AE-985A026A2B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86A9D6A5-6A87-9D42-83E2-3A2528AA23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1644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408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3386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0014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7924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982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Slide Image Placeholder 1">
            <a:extLst>
              <a:ext uri="{FF2B5EF4-FFF2-40B4-BE49-F238E27FC236}">
                <a16:creationId xmlns:a16="http://schemas.microsoft.com/office/drawing/2014/main" id="{759FFEDC-081C-934D-AC6D-8605044A02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0" name="Notes Placeholder 2">
            <a:extLst>
              <a:ext uri="{FF2B5EF4-FFF2-40B4-BE49-F238E27FC236}">
                <a16:creationId xmlns:a16="http://schemas.microsoft.com/office/drawing/2014/main" id="{7F1E248F-609A-E64D-9763-D5E0D82D5D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Rectangle 7">
            <a:extLst>
              <a:ext uri="{FF2B5EF4-FFF2-40B4-BE49-F238E27FC236}">
                <a16:creationId xmlns:a16="http://schemas.microsoft.com/office/drawing/2014/main" id="{91506DDE-F0FE-0941-8106-5741B6431E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B8AB464-7522-5B47-B7D6-3BE9D7504F56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AC189A1C-CAED-4F48-98E7-E8747149EB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6E94F7F7-940B-4442-9DD8-36E455CB2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Rectangle 7">
            <a:extLst>
              <a:ext uri="{FF2B5EF4-FFF2-40B4-BE49-F238E27FC236}">
                <a16:creationId xmlns:a16="http://schemas.microsoft.com/office/drawing/2014/main" id="{6E899EBD-B58B-9443-9FDA-0DAE95AD9E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9334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93345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FBE9512-CF7B-B847-9A3F-15F44750F619}" type="slidenum">
              <a:rPr lang="en-US" altLang="en-US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85346" name="Rectangle 2">
            <a:extLst>
              <a:ext uri="{FF2B5EF4-FFF2-40B4-BE49-F238E27FC236}">
                <a16:creationId xmlns:a16="http://schemas.microsoft.com/office/drawing/2014/main" id="{65A258E3-14B2-2145-8FB0-1485A41985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8B1544DE-587F-454C-A9E3-CAB26331EC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2540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6347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6846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08159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645-FCA4-C043-A9B6-4DA084ECB922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5402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96C5C4-DCE8-B346-93E9-C09AFC0FA4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E7EBBC1-1785-7040-9FB4-E6DB0E5E5A7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74579029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A01485A-411C-C241-8251-B7CD486F7C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C266E92-815D-CB40-969C-A36D82B8EA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401038245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44FBB54-C8AA-7B42-ADB8-D98D05340C5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936BBD-DB5A-0C4C-9E6A-A8A62FA777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503365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2E1CD4-08CF-D747-9287-7524535385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8EA42C-1AED-9D40-AE51-8EF368D966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54430570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A471450-700B-F243-B21D-1C0A1534230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9379DCB-8B63-314E-B665-28A1777460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6847844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03C66CC-8FF9-CE40-A156-713604BEB3B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61DFFDC-2730-034A-B435-7167711CFC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11092884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6DE8465-4028-6C48-B1BF-FCCCD67615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E0E24C7-47E8-274B-81FD-C92E80BD072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89198100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9145E55-9871-2146-86DF-C5E45DCCBA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E6BD857-78E2-9B46-BEEB-5AC79C23EFA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75577313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B4EA52-8133-BB4F-8603-79F924F8C94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995520-F9BE-AD41-9E7D-49F206C15C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15498907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5E3771D-AF55-3749-921D-2D408B6258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7906CED-114A-184A-B112-3FBC4BD273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04157325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2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4EB8A23-3057-1642-9438-58752B4B6D3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2FE84CF-CF5B-0C4D-8769-824441B4EDE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66635495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7728F26-55A2-8045-9427-21B42710071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B63D91-4FCF-E142-8A24-F81CE9FCDBA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401837152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67B066-2079-B84C-B163-3D594CF9367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DB4987F-FD10-D643-9146-570EA50746E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266550974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Large confetti">
            <a:extLst>
              <a:ext uri="{FF2B5EF4-FFF2-40B4-BE49-F238E27FC236}">
                <a16:creationId xmlns:a16="http://schemas.microsoft.com/office/drawing/2014/main" id="{948A5CD8-40D3-A548-A979-AF89BD48F0E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84188" y="1549400"/>
            <a:ext cx="8158162" cy="16891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9DE6F5F7-6441-DD41-A723-E8024B1DDB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3206750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FB48F784-55B4-3745-89E7-791AF3E19A6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1482725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8F11C10C-81D9-5542-9C70-EB3AC5BA8B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23300" y="124618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6F33A18A-C771-184F-973D-BDE81E21B6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34975" y="125253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9F8D52E0-F4CD-2B4F-82D4-7EB058F907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830513" y="5783263"/>
            <a:ext cx="3481387" cy="7778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10" name="Rectangle 8" descr="Large confetti">
            <a:extLst>
              <a:ext uri="{FF2B5EF4-FFF2-40B4-BE49-F238E27FC236}">
                <a16:creationId xmlns:a16="http://schemas.microsoft.com/office/drawing/2014/main" id="{E010E0A3-0FD7-8849-83B0-D317B66586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095750" y="5734050"/>
            <a:ext cx="949325" cy="1762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3210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  <a:pattFill prst="lgConfetti">
            <a:fgClr>
              <a:schemeClr val="accent2"/>
            </a:fgClr>
            <a:bgClr>
              <a:schemeClr val="folHlink"/>
            </a:bgClr>
          </a:patt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2106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465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5A2C76DE-75DF-0D46-BF99-36AC368B7E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D1850E1-F27E-8D44-80A3-5501B3A7D802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4F24F9EF-243F-C44E-9D9A-5F86BF84B3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1A5AFE5A-7B99-764E-94EF-8476E60FCF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EFD61639-E8DC-024D-9000-DE4EB1B7FB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314635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527B4-F24F-914A-A563-DD7BAEFA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F4A6273-E52C-AB48-BF06-97CD0E18C60C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56D0A-0E56-C649-AE20-0C0F859D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8A95E-7DD1-D049-8FA7-A65D5AAF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529B17CB-BF2A-4647-B1B1-47B62186B7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036699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175E1-5681-8648-82A3-04F9A7940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1C7D60F-996C-004A-A429-41988C29AF1A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66032-4E8E-6244-B710-4BA49102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96203-A266-2A4A-8265-69CA3804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A131FAD8-7BA2-A841-800C-10F45D9DC0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831724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F6495F-A34F-AF45-93F9-B8719CE3F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99BF5362-88FA-C54F-8F0F-2068B2893CFC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96931-6699-4E45-BF91-BCCB5FFE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7213" y="6234113"/>
            <a:ext cx="2895600" cy="457200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CBB07-C44F-C74A-98B5-CA73DBCF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31A88E18-A8D7-F645-BB5D-6AB4D5D145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7972247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AD6B9-3BB4-A741-88FB-C8EB68FF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1EDB087-0F74-1C48-B94B-A189EE950EE4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6A50C6-D1B1-B84B-8768-4E7A7F90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828CB8-6826-2F44-BBAD-2659E7E6C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4D06FED9-C505-9E49-BB65-7972177CE7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5528747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C57D1-C938-6F47-BEE7-BA94B55B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27C8463-7FD3-C54D-AC38-AA0A1A66BB3F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74745-E04B-EC47-9812-6BCE103D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E7518-ABB1-C446-971C-62691B2EE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40B6CE51-65F0-6A43-A19A-6D946A117C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288452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D1D7F-2DBD-CB41-967D-2D90B7FF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7A68789-35AD-6048-A884-95B488F36C1B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2CE7E-83C5-1940-A43E-567683FB3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EAD29F-9022-6748-A9B2-12CBFE654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1BCA7D8D-E1C2-A748-82D0-B87BFBBC78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473997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164AA-4161-9746-A43C-EB109FB4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8B90DA1-3EBB-7145-87BE-A8156FCE0077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9357F-02AE-934D-B9AE-ADE1CD68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BFDAA-9D5A-6F44-99BC-23B67A1F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DFE00EC0-50E3-504D-94A0-C572D01755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206239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4F68A-B279-774A-872D-20ED9B00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9675EE9-0D0A-EE40-B91E-F168E617C274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60F018-6EBC-FE4A-8111-176DC3714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4D237-1419-1D4F-8F50-640637BD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395595E4-CA0B-CB4D-BD24-25B7313813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285724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C7A5D-6B2A-C141-9ABD-7D21011F6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3C700AC-C742-0A4C-BD27-5AD316F37301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38EC8-591F-264F-87D1-BE4E14DCD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79FDC-9C18-DA44-BF8F-8F2BB4F08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ECB52FC4-09AD-F846-9B5F-6D2AE98026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62775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1488" y="284163"/>
            <a:ext cx="2044700" cy="5811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4163"/>
            <a:ext cx="5983288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41727-1DFC-DB4D-8595-C9FEEA0D5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143A780-8B35-B04E-8B43-2CE1438A90E6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0B370-5E24-2945-8F30-C1B6971C7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844CA-D658-F342-92A4-D3E8CAA2E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80822D3A-08FF-2B4F-87D1-91C0218FD2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51540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59085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28B8803-975C-DE4A-B315-0496ED7C7A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541D7A3-B58C-114F-9C31-15A5A022316D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C0BDCF0-F084-784A-92E8-A29925CB50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FF0D049-410F-6848-A429-29DC57247D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E77ABFD8-C1A6-D140-B3EA-EC4C145A318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10222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4CAF5D5-AF0B-4745-82C8-F761D88278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7984DB95-340D-774A-923D-D335C4CCF32C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B587C3D-86D2-D84D-BA79-C309D7521F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6AFCF6E-6021-C949-B461-5BBC339ABA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162D485-B772-7648-ADD1-1D5084A067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50273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D45410-2A3B-D849-ACAC-93C53B1440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  <a:latin typeface="Times New Roman" pitchFamily="-108" charset="0"/>
                <a:ea typeface="+mn-ea"/>
              </a:defRPr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B22C07-C2EE-9049-B190-0EB24B2F824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</p:spTree>
    <p:extLst>
      <p:ext uri="{BB962C8B-B14F-4D97-AF65-F5344CB8AC3E}">
        <p14:creationId xmlns:p14="http://schemas.microsoft.com/office/powerpoint/2010/main" val="320438051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Large confetti">
            <a:extLst>
              <a:ext uri="{FF2B5EF4-FFF2-40B4-BE49-F238E27FC236}">
                <a16:creationId xmlns:a16="http://schemas.microsoft.com/office/drawing/2014/main" id="{C05015C6-9523-4844-8E3E-1EA4374538F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84188" y="1549400"/>
            <a:ext cx="8158162" cy="16891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22EFFC3C-0157-8D46-BDA2-0C6212E558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3206750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BB726D99-916A-9341-A92C-1ADAF8075EC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1482725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F81A1457-630A-234A-B2FD-EADAA3C2A7D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23300" y="124618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57C59A94-850C-8D4D-BE71-F99968121D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34975" y="125253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7F42089F-E35A-2F48-97F4-BB9FD7277F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830513" y="5783263"/>
            <a:ext cx="3481387" cy="7778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10" name="Rectangle 8" descr="Large confetti">
            <a:extLst>
              <a:ext uri="{FF2B5EF4-FFF2-40B4-BE49-F238E27FC236}">
                <a16:creationId xmlns:a16="http://schemas.microsoft.com/office/drawing/2014/main" id="{89EF6174-9B78-E042-BA66-4D2F3CCC6E5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095750" y="5734050"/>
            <a:ext cx="949325" cy="1762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3210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  <a:pattFill prst="lgConfetti">
            <a:fgClr>
              <a:schemeClr val="accent2"/>
            </a:fgClr>
            <a:bgClr>
              <a:schemeClr val="folHlink"/>
            </a:bgClr>
          </a:patt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2106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465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96F0C684-3014-7A49-9D67-6B92545FC5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F129544-CB0A-3A4F-B9DA-B2C17FBD19C1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BCB9C664-E54D-5F4A-8F7A-A532FBACDD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74AB68FA-C39C-7E41-835E-F30CC0B965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F1E9B980-C978-C644-BFAD-D3F1019253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3066441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273DC-A2CD-5B49-9D5E-347AA8E9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48523D7-424C-1741-BF9C-94BB04CED815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ED56F-11E4-F64F-AB8A-E8D13A54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9BC28-8E8B-EC4E-8B94-01883BEB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C48A8C80-6AAA-EF4B-8305-2E2D1EC7B0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5137012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3" indent="0">
              <a:buNone/>
              <a:defRPr sz="1600"/>
            </a:lvl3pPr>
            <a:lvl4pPr marL="1371530" indent="0">
              <a:buNone/>
              <a:defRPr sz="1400"/>
            </a:lvl4pPr>
            <a:lvl5pPr marL="1828706" indent="0">
              <a:buNone/>
              <a:defRPr sz="1400"/>
            </a:lvl5pPr>
            <a:lvl6pPr marL="2285883" indent="0">
              <a:buNone/>
              <a:defRPr sz="1400"/>
            </a:lvl6pPr>
            <a:lvl7pPr marL="2743060" indent="0">
              <a:buNone/>
              <a:defRPr sz="1400"/>
            </a:lvl7pPr>
            <a:lvl8pPr marL="3200236" indent="0">
              <a:buNone/>
              <a:defRPr sz="1400"/>
            </a:lvl8pPr>
            <a:lvl9pPr marL="3657413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D7CA5-17FC-9346-967A-0F6C1B4A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FDFA77D-6E12-D74B-856E-8CCF6E82A245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A9A91-DA01-7D43-9100-50C4CA53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1A3BA-C266-A942-9F7E-CE45A9C7B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9374268C-012C-2C40-8475-F9512346718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150175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05001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1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25956-E339-4241-B14E-3DC4F4337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3639AD6-92B5-EF42-91F5-B3E84A8475AA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A5A-155E-F347-86E9-5CE4A3AE5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7213" y="6234113"/>
            <a:ext cx="2895600" cy="457200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96310-FA2B-814A-80F9-52901A59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A75BC3E4-57C7-904E-BE35-EE644F4328E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90142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F7CED1-2B44-504B-9957-D81C05CA1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642CFC1-CC30-9649-A33F-649DEEE5C559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7B5AD-9130-4345-B12B-07AA08090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0302A0-F1F2-584F-BF2D-89A1CE50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D6D2A86F-18F2-F74E-8EB7-FD208CFB08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738915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5D430-8120-D24A-A031-EBFD40368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C11721D-0CA0-914A-BB46-A2BD77084249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058BCD-1105-1845-9851-F8039C17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19F38-2681-8643-8C64-D7D2890E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983CCA27-1D53-CF47-A7F4-985761E2E6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719970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A8057-CF18-A44C-A84C-C8E2115DD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574D77E-8C15-C04A-AD87-7626C30E5AFD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01E72-DA17-894B-BAB3-B3C402C6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B61C2-1CF8-EE48-9D2F-B9471334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1B70BC2E-2228-364E-9C6A-A6F96B6C6A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692972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36EB9F-6BD2-5C43-9368-48852AFB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3DB05DE-A3AA-3142-A5AA-5DD23886F5DA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A6356-032F-7246-8CD4-81E55E68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B4E84-3737-2A4D-9C94-2100D4747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9DCB9DC9-7C33-DD43-A1FC-BA48E69B99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399932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3B5E2-25B4-2146-90F5-FEECE7D7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9EBB8A5-F5D9-A24F-94D6-FA724019DF1B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ECF69-EF8E-4640-8248-C78768EA3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C63A3-2C76-7B4F-8E59-609FB2B34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9C4B7F83-D7F4-A64F-BC0E-9661AF3695D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65655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7A17B-983F-0847-A36D-70065535F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38CEE2C-CFB0-144B-9C98-F51D6C1E8AB1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41929-C6C8-3C48-AE0E-FC3E1664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D2569-D67A-A748-9068-B3A8816B7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083F09A2-AD48-1F4A-8B72-BCA8A5D1D9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712040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1488" y="284164"/>
            <a:ext cx="2044700" cy="5811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4164"/>
            <a:ext cx="5983288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E8C61-85C2-CB46-A958-88D42016B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7765EA1-4907-074E-A5CA-9078AD62CC85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B6ED4-5BC2-3647-ABCE-3E633764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8E7AF-DF77-6949-B697-39DAF428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80BACBFD-C519-0A47-859E-93EEAB7EB0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6630554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Large confetti">
            <a:extLst>
              <a:ext uri="{FF2B5EF4-FFF2-40B4-BE49-F238E27FC236}">
                <a16:creationId xmlns:a16="http://schemas.microsoft.com/office/drawing/2014/main" id="{D76B6056-6940-5947-9FBE-BEEAA92A0A2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84188" y="1549400"/>
            <a:ext cx="8158162" cy="16891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299E6C34-8282-9042-88AB-AE217CDEC3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3206750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3908032-1031-D942-9798-DB35D1ACCD2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1482725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2A405880-CE94-114C-B66B-6ABA6D698A4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23300" y="124618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7566A52A-E74A-9143-A4AD-FC84F9DE47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34975" y="125253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F39FC3D7-1090-5945-9ED0-5F3D0C5F51A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830513" y="5783263"/>
            <a:ext cx="3481387" cy="7778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10" name="Rectangle 8" descr="Large confetti">
            <a:extLst>
              <a:ext uri="{FF2B5EF4-FFF2-40B4-BE49-F238E27FC236}">
                <a16:creationId xmlns:a16="http://schemas.microsoft.com/office/drawing/2014/main" id="{7AA553BE-12CF-AB40-AC19-6F8944F510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095750" y="5734050"/>
            <a:ext cx="949325" cy="1762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3210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  <a:pattFill prst="lgConfetti">
            <a:fgClr>
              <a:schemeClr val="accent2"/>
            </a:fgClr>
            <a:bgClr>
              <a:schemeClr val="folHlink"/>
            </a:bgClr>
          </a:patt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2106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465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4CA5CD4C-5CF3-BC42-8088-30A98A681F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18334ED6-8077-FB46-ACC8-1F8857CA10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EDA1B74A-8B07-2242-9D6B-861D7D3A04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noFill/>
          <a:ln>
            <a:miter lim="800000"/>
            <a:headEnd/>
            <a:tailEnd/>
          </a:ln>
        </p:spPr>
        <p:txBody>
          <a:bodyPr anchor="b" anchorCtr="0"/>
          <a:lstStyle>
            <a:lvl1pPr>
              <a:defRPr b="1">
                <a:solidFill>
                  <a:srgbClr val="20374E"/>
                </a:solidFill>
              </a:defRPr>
            </a:lvl1pPr>
          </a:lstStyle>
          <a:p>
            <a:fld id="{47F5305F-1C2D-AA42-BAB8-44BFF7FF7C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334588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6D14D8-B2B1-DE49-BA44-ECFA7EBB8C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FC7249-08CC-1749-AB15-997EB66D51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6" name="Rectangle 9" descr="Large confetti">
            <a:extLst>
              <a:ext uri="{FF2B5EF4-FFF2-40B4-BE49-F238E27FC236}">
                <a16:creationId xmlns:a16="http://schemas.microsoft.com/office/drawing/2014/main" id="{83CDDA40-CD06-0E4B-AFC1-F63AC5323F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98441828-9597-6546-8972-68A1FD548C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3092240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49B03A-CA7D-0C4C-A822-34A1950648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E55045-9201-4C4A-B4F0-9F1F41499A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6" name="Rectangle 9" descr="Large confetti">
            <a:extLst>
              <a:ext uri="{FF2B5EF4-FFF2-40B4-BE49-F238E27FC236}">
                <a16:creationId xmlns:a16="http://schemas.microsoft.com/office/drawing/2014/main" id="{3AB15A87-2A26-D945-8168-7F58A024D2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7D0453EE-C645-4644-8584-C354C730B1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6841826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34A04-CBBA-C241-8BF5-F05E3AA72F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93A64-10FE-C144-9999-57741670F0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7" name="Rectangle 9" descr="Large confetti">
            <a:extLst>
              <a:ext uri="{FF2B5EF4-FFF2-40B4-BE49-F238E27FC236}">
                <a16:creationId xmlns:a16="http://schemas.microsoft.com/office/drawing/2014/main" id="{FD9E5966-C2E8-6A4B-BF32-C718EDFDB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9C615124-A8DF-374F-927C-68581E44B9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7418618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731956-462F-D24D-98B1-134AC30415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0D2D6C4-E889-DA4F-9341-D05F08839F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9" name="Rectangle 9" descr="Large confetti">
            <a:extLst>
              <a:ext uri="{FF2B5EF4-FFF2-40B4-BE49-F238E27FC236}">
                <a16:creationId xmlns:a16="http://schemas.microsoft.com/office/drawing/2014/main" id="{B3600A35-4EF8-3644-B15C-1154D0D093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ECF9812A-7E31-FF43-949B-614BB23F92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646385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FB7AD3C-FA47-274A-89A1-6FBE561CA4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274A258-566F-0245-B895-B102B9EBB1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5" name="Rectangle 9" descr="Large confetti">
            <a:extLst>
              <a:ext uri="{FF2B5EF4-FFF2-40B4-BE49-F238E27FC236}">
                <a16:creationId xmlns:a16="http://schemas.microsoft.com/office/drawing/2014/main" id="{C761A4B7-0A28-DD49-B240-5896221D49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5316CB63-7820-534A-8EE7-1CE49A6B0E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1107928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EB8EFC5-3E57-DE42-AFB7-38B0201B2C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342D905-0A72-7044-9AD4-55AA52C6652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4" name="Rectangle 9" descr="Large confetti">
            <a:extLst>
              <a:ext uri="{FF2B5EF4-FFF2-40B4-BE49-F238E27FC236}">
                <a16:creationId xmlns:a16="http://schemas.microsoft.com/office/drawing/2014/main" id="{4C5B301B-D963-274E-82A2-739522D341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AE0CF29C-1786-BE49-9051-5DA4F62A9A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406602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1A9D18-EC3A-EE40-B16D-F5F0D78CE5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54D55-67C7-BD4B-9074-75DA967995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7" name="Rectangle 9" descr="Large confetti">
            <a:extLst>
              <a:ext uri="{FF2B5EF4-FFF2-40B4-BE49-F238E27FC236}">
                <a16:creationId xmlns:a16="http://schemas.microsoft.com/office/drawing/2014/main" id="{E640ADB4-2E47-4143-A444-E389EDCA79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A359AF12-2D62-6A43-8313-AA5CDE373C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24326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8E94D-5795-F34E-992F-00CEC6D0D0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FA31A7-3953-B54B-B879-91EA83E428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7" name="Rectangle 9" descr="Large confetti">
            <a:extLst>
              <a:ext uri="{FF2B5EF4-FFF2-40B4-BE49-F238E27FC236}">
                <a16:creationId xmlns:a16="http://schemas.microsoft.com/office/drawing/2014/main" id="{E8B3BDCD-5C40-3C45-BCF5-95ABF5AD19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A201F5E0-FCF8-3843-B122-B5047C23E1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7418481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D01FB5-F47E-A844-A149-89D09CA7D1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D2BDDB-C697-F24D-9F6B-E906D88837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6" name="Rectangle 9" descr="Large confetti">
            <a:extLst>
              <a:ext uri="{FF2B5EF4-FFF2-40B4-BE49-F238E27FC236}">
                <a16:creationId xmlns:a16="http://schemas.microsoft.com/office/drawing/2014/main" id="{E826AAC0-631C-2B4D-80EE-008F7E6F0E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3A6AF21B-0A52-AE4B-8540-E4B5972EC4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6825004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1488" y="284163"/>
            <a:ext cx="2044700" cy="5811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4163"/>
            <a:ext cx="5983288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43E3EA-25AB-C846-B1F3-55D4AD0855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1BCB1A-3DF9-E840-BB91-93F237A241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6" name="Rectangle 9" descr="Large confetti">
            <a:extLst>
              <a:ext uri="{FF2B5EF4-FFF2-40B4-BE49-F238E27FC236}">
                <a16:creationId xmlns:a16="http://schemas.microsoft.com/office/drawing/2014/main" id="{0DA1A11B-1B52-D54B-AD00-7D32D8B4BD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14107A27-F4B2-7D4C-B5F2-5D84A343352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77660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788" y="28416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9D83B-8C30-8F45-B4ED-8CE3C18EE5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A515B-E04D-4447-AE3E-607BB99F0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7" name="Rectangle 9" descr="Large confetti">
            <a:extLst>
              <a:ext uri="{FF2B5EF4-FFF2-40B4-BE49-F238E27FC236}">
                <a16:creationId xmlns:a16="http://schemas.microsoft.com/office/drawing/2014/main" id="{627BFE44-20E0-D349-8463-255D78075C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A99B11F0-A719-3641-9AEF-4F9651E0FC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978782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741B377-9277-1A4D-B487-69AD0DFE25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2151E4D-3B4B-BC47-A68D-836E1B369BA9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8411DFC-98A1-604C-82BA-E332D8E928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41384CE-9A23-6A46-83EC-865B9B7ED2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5C40680E-FB97-564C-BDB3-D7FA943087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650234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57201" y="1579564"/>
            <a:ext cx="3559175" cy="206375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457201" y="4240213"/>
            <a:ext cx="3559175" cy="206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5127626" y="1579564"/>
            <a:ext cx="3559175" cy="206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5127626" y="4387851"/>
            <a:ext cx="3559175" cy="206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27114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Large confetti">
            <a:extLst>
              <a:ext uri="{FF2B5EF4-FFF2-40B4-BE49-F238E27FC236}">
                <a16:creationId xmlns:a16="http://schemas.microsoft.com/office/drawing/2014/main" id="{1F915B72-55E4-3842-864F-FD0CA010E2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84188" y="1549400"/>
            <a:ext cx="8158162" cy="16891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2CCA9805-8FE7-2248-9E33-4DF90FCC35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3206750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379EAD6C-BD36-6B41-A311-F8202A87F1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1482725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86D339DF-75EF-6D44-9ED8-52B459D1C63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23300" y="124618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F90D1663-44A2-7448-A2C1-90E4D2EF253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34975" y="125253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0C54A798-1906-B14D-AC82-50414226833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830513" y="5783263"/>
            <a:ext cx="3481387" cy="7778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10" name="Rectangle 8" descr="Large confetti">
            <a:extLst>
              <a:ext uri="{FF2B5EF4-FFF2-40B4-BE49-F238E27FC236}">
                <a16:creationId xmlns:a16="http://schemas.microsoft.com/office/drawing/2014/main" id="{D4807E04-0F95-B147-9130-B63A23F3FF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095750" y="5734050"/>
            <a:ext cx="949325" cy="1762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3210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  <a:pattFill prst="lgConfetti">
            <a:fgClr>
              <a:schemeClr val="accent2"/>
            </a:fgClr>
            <a:bgClr>
              <a:schemeClr val="folHlink"/>
            </a:bgClr>
          </a:patt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2106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465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4CEAEB96-FF30-8E4F-AE11-894F655E1B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A73B787-276B-594E-8A79-D4D49E280263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16EBB149-16B3-BA47-9838-D6B4EC5A01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6C122796-3023-3B48-9505-841F368613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346BABFC-D727-4744-A002-B283827E90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6104384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82004-4A32-8548-A847-E6ABAAD5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8808ED9-896A-ED49-83FF-1C75A1000E98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26A7C-A9BA-774C-A245-065151B30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E21C0-F8E1-9E4E-BC9A-4119DFFE9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207610CB-100C-574C-92A1-04388A06C0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6175200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18702-1ADA-E74C-9416-8F2323FF1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1F394CE-9924-7847-B19D-2D7457204D72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FB742-15BA-F743-BDF3-C585DEAF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E85D2-3D13-064F-8C62-107B2A94D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2ADC987B-137C-6248-B162-102EBD8F14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7493090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E9E95E-2781-5747-9DF3-019281294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E1F5B78-89C6-164F-8814-F5666752C9F8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F02CA-E5CF-D542-88F9-5638C22C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7213" y="6234113"/>
            <a:ext cx="2895600" cy="457200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303A8-31A1-2242-80E5-FB4977D3E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0613D041-5000-514E-B3C2-52ADDBDD62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5450481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280439-9A00-1D4C-9BE2-8E72D014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DED27CC7-3973-F34B-8417-FBD7C5FB53BF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114B61-D88D-2543-A152-C5ABAA8E7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9A4098-21F0-7946-9F02-B7C122D94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AE5A7BDA-043B-1D4E-96A1-B87CC06F329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9947143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E08849-0833-E44D-87B9-B80843CBF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B2540E5-751D-CD44-AD35-5D0076D20576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258CF-99CC-9440-A7CA-311ED77A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A9902-53EC-164F-BB19-F8D110011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5FEC67A2-3007-5B48-8FD9-558A09561EF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513787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D0A6D-A14E-3C4D-9E60-091BECC79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07FBFAD-7AD9-0544-8751-2FAF7669729A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BDC928-A665-9041-AC82-5C7D6B326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4E9BE-B5D8-274A-AD11-6EBFBB30A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97D2DE0B-1382-BE4F-B884-77A94A78B3B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6036504"/>
      </p:ext>
    </p:extLst>
  </p:cSld>
  <p:clrMapOvr>
    <a:masterClrMapping/>
  </p:clrMapOvr>
  <p:transition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4A967D-752A-F846-963D-D7138847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9D82DA1-B2EB-9B4D-B954-1BE7838B6B04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E8551-9B38-7B4E-BD46-11A1BB77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10D75-0E65-3D49-8383-863BD7D3C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C704A8A1-1E81-734B-AF6E-F197FE9F16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982253"/>
      </p:ext>
    </p:extLst>
  </p:cSld>
  <p:clrMapOvr>
    <a:masterClrMapping/>
  </p:clrMapOvr>
  <p:transition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B9585D-5AA6-1449-9652-DF6F2C310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690CDA8-E0FA-A945-A043-AAA7484D8904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4540B-3116-3642-9046-172176D47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56F408-0FE2-F943-9A6B-B40EB943E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B2C6845D-3D8C-4D4B-8D99-ACA76AEC6C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4544632"/>
      </p:ext>
    </p:extLst>
  </p:cSld>
  <p:clrMapOvr>
    <a:masterClrMapping/>
  </p:clrMapOvr>
  <p:transition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4DBEC-8045-6947-B855-345EE51A5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296E1E3-5335-9340-AC2E-5BD48731E89F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46C1D-D5EE-7E4D-9889-B54F867F5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36E33-874E-B448-9BF2-442375207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F98A9307-4106-4545-B680-C7AA063CB7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5022951"/>
      </p:ext>
    </p:extLst>
  </p:cSld>
  <p:clrMapOvr>
    <a:masterClrMapping/>
  </p:clrMapOvr>
  <p:transition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1488" y="284163"/>
            <a:ext cx="2044700" cy="5811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4163"/>
            <a:ext cx="5983288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23D33-7453-994D-ACA6-57D2234E4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6D4C088-DCC3-7741-AA81-64F28A18E128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CC32E-85BD-1346-80E8-E8A3BB935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8CE33-83C4-5F4A-9826-775884B38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C75D6F6E-8F9A-5144-A9E7-0A45252FFB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6311433"/>
      </p:ext>
    </p:extLst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788" y="28416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DE22EB-77F9-D244-9613-9CAD4FD0C6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79C9D98A-B662-7C41-9959-B743FCC2EB15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A5A41F-38C0-8641-ACEB-7FB3A0ACEB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Rectangle 9" descr="Large confetti">
            <a:extLst>
              <a:ext uri="{FF2B5EF4-FFF2-40B4-BE49-F238E27FC236}">
                <a16:creationId xmlns:a16="http://schemas.microsoft.com/office/drawing/2014/main" id="{BD6309F9-92EB-874B-B86B-5D0023043C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06FF5692-E7DD-1046-AF06-92D2633F03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592561"/>
      </p:ext>
    </p:extLst>
  </p:cSld>
  <p:clrMapOvr>
    <a:masterClrMapping/>
  </p:clrMapOvr>
  <p:transition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 descr="Large confetti">
            <a:extLst>
              <a:ext uri="{FF2B5EF4-FFF2-40B4-BE49-F238E27FC236}">
                <a16:creationId xmlns:a16="http://schemas.microsoft.com/office/drawing/2014/main" id="{EFF3258A-421C-664C-A33D-286D596C22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84188" y="1549400"/>
            <a:ext cx="8158162" cy="16891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8CD61CFB-5F72-E248-8F42-FADC591CDF2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3206750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9018F611-7C35-DD4D-8540-8F464681F3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28600" y="1482725"/>
            <a:ext cx="8686800" cy="7778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A6456777-3F71-1F43-AB62-460D3457E14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23300" y="124618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4E013235-6E4A-1544-9C69-FA91DAA77E2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34975" y="1252538"/>
            <a:ext cx="77788" cy="2235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CC34EE44-5A3C-5C40-BAE0-828FADEC7C9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830513" y="5783263"/>
            <a:ext cx="3481387" cy="77787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10" name="Rectangle 8" descr="Large confetti">
            <a:extLst>
              <a:ext uri="{FF2B5EF4-FFF2-40B4-BE49-F238E27FC236}">
                <a16:creationId xmlns:a16="http://schemas.microsoft.com/office/drawing/2014/main" id="{47EFDD33-A6D5-EA40-A410-DB8A7A33F0A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095750" y="5734050"/>
            <a:ext cx="949325" cy="176213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kumimoji="1"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32105" name="Rectangle 9" descr="Large confetti"/>
          <p:cNvSpPr>
            <a:spLocks noGrp="1" noChangeArrowheads="1"/>
          </p:cNvSpPr>
          <p:nvPr>
            <p:ph type="ctrTitle"/>
          </p:nvPr>
        </p:nvSpPr>
        <p:spPr>
          <a:xfrm>
            <a:off x="685800" y="1752600"/>
            <a:ext cx="7772400" cy="1143000"/>
          </a:xfrm>
          <a:pattFill prst="lgConfetti">
            <a:fgClr>
              <a:schemeClr val="accent2"/>
            </a:fgClr>
            <a:bgClr>
              <a:schemeClr val="folHlink"/>
            </a:bgClr>
          </a:patt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2106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7465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7864594D-3871-D043-B441-41A8919E09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21C7BC6-A5A1-954C-9AA6-421D5B09E1AE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88359B1B-DDC8-D74D-8804-8BC5A70DDA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8E41D160-5874-C44F-B507-3DBA8F4D22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68BB8519-676C-554D-B97F-4A549E58EAA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5686297"/>
      </p:ext>
    </p:extLst>
  </p:cSld>
  <p:clrMapOvr>
    <a:masterClrMapping/>
  </p:clrMapOvr>
  <p:transition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39B80-E84C-0A44-A365-43C9CB75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0A620E1-E960-F74F-A627-3025533B761F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161AC-582F-8947-BB72-300B8CAA3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734BA-6993-DD43-95FA-E68A54BD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5BAAE070-039D-6140-9AF3-51BBFE6B79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8391873"/>
      </p:ext>
    </p:extLst>
  </p:cSld>
  <p:clrMapOvr>
    <a:masterClrMapping/>
  </p:clrMapOvr>
  <p:transition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3630C-6DD3-BA42-894B-B046AE4F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939C7DD-573C-7B45-A68A-08079118BCFE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664BE-5168-A846-8A66-9F1D269B8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5725D-E066-FB4E-8C78-E1A21701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0EDAC861-F21D-1E42-A866-6975FC78C0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5384055"/>
      </p:ext>
    </p:extLst>
  </p:cSld>
  <p:clrMapOvr>
    <a:masterClrMapping/>
  </p:clrMapOvr>
  <p:transition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DF4F1-5E69-4342-BBC8-9CE831F2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739F2AD2-1539-D54C-A88B-947580190657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90691-7BA9-8541-A690-D4DACD7D6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7213" y="6234113"/>
            <a:ext cx="2895600" cy="457200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BAEE0-9404-A141-B57B-24B7AB14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259CDF89-5D04-1247-BDD4-3B37B27B5A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7487839"/>
      </p:ext>
    </p:extLst>
  </p:cSld>
  <p:clrMapOvr>
    <a:masterClrMapping/>
  </p:clrMapOvr>
  <p:transition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0FA0AE-EDE0-AB4A-A371-797A8BA3A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F67D6C4-DDA7-A742-9AE3-DD7CA871B169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D659C9-932F-154B-94CF-C7F25461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F087DC-9976-E448-AED2-5A059F56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9AA1C5B2-C021-B249-8FAE-02BE9ED5E0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1029060"/>
      </p:ext>
    </p:extLst>
  </p:cSld>
  <p:clrMapOvr>
    <a:masterClrMapping/>
  </p:clrMapOvr>
  <p:transition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880B34-569D-154E-A5D5-F780AA90D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098F373-D614-CD41-8C16-5C14CBD326DF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52F867-761F-9A4E-9DE8-2319A4800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5C5474-6601-FB40-A723-0AFC3921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7CCE9073-6FA9-C14B-8614-B49A228FFD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609178"/>
      </p:ext>
    </p:extLst>
  </p:cSld>
  <p:clrMapOvr>
    <a:masterClrMapping/>
  </p:clrMapOvr>
  <p:transition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88FB6-215E-0748-8DB6-24C575D8A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D8D4061-D0F2-624B-871E-2F91E26D1ADC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C91B1A-1D69-964D-BECB-822277FF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DF379-EFCA-B94B-B53B-1A7D9665C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3F79B574-2246-4949-99D4-70DDF29A90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630696"/>
      </p:ext>
    </p:extLst>
  </p:cSld>
  <p:clrMapOvr>
    <a:masterClrMapping/>
  </p:clrMapOvr>
  <p:transition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C24E2-463A-D244-8BBA-8769A9FD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C545805-5016-364E-8735-7A0222A21DC5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8168D-B0FC-6546-BABD-F48D0F54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6AF3C-9E68-594F-88BF-E9BD3586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49E08DD8-869E-EA43-864F-981EC50A6A7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867323"/>
      </p:ext>
    </p:extLst>
  </p:cSld>
  <p:clrMapOvr>
    <a:masterClrMapping/>
  </p:clrMapOvr>
  <p:transition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2AACF-1985-C141-83A6-7ADA183A1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E61BF652-342B-E549-AAD4-BC6D5E532856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53AED-63C7-E14B-A33C-76B977EB9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4CD52-87B4-3645-922B-6385A932A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E5FD147E-E111-A644-8E7B-E87A77DC40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52908"/>
      </p:ext>
    </p:extLst>
  </p:cSld>
  <p:clrMapOvr>
    <a:masterClrMapping/>
  </p:clrMapOvr>
  <p:transition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967FD-C10B-8D4F-9672-9CC9760E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EAB953C-AE5A-384D-BD56-872256C076DA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6EFCE-6646-8B42-8FBA-7E752782B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3084-F6F8-CE46-8012-E90E5BC1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DEB3078E-44F7-4D45-B816-E110D338C3D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1476305"/>
      </p:ext>
    </p:extLst>
  </p:cSld>
  <p:clrMapOvr>
    <a:masterClrMapping/>
  </p:clrMapOvr>
  <p:transition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1488" y="284163"/>
            <a:ext cx="2044700" cy="5811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4163"/>
            <a:ext cx="5983288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60CE7-45FE-894C-8F9F-7B736B8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F787B81-9C6C-8548-B25A-A0C3B83A83CD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2C16A-ED3B-CF4F-8D15-0D335B511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1F6F31-22BB-C646-AFDF-97A6BEF3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5C29A5A3-4708-6E47-9F28-5AADE22505B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3445"/>
      </p:ext>
    </p:extLst>
  </p:cSld>
  <p:clrMapOvr>
    <a:masterClrMapping/>
  </p:clrMapOvr>
  <p:transition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3788" y="28416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050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32E94-1A92-F149-97B6-C89B8855BB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8040838-5EA1-D14D-9199-9A481B1FF338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ADBA6-C4C2-B348-B3E5-5D5BD637BE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7" name="Rectangle 9" descr="Large confetti">
            <a:extLst>
              <a:ext uri="{FF2B5EF4-FFF2-40B4-BE49-F238E27FC236}">
                <a16:creationId xmlns:a16="http://schemas.microsoft.com/office/drawing/2014/main" id="{F45053EF-86C4-344B-9E1D-3FEC3579AC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16900" y="6248400"/>
            <a:ext cx="533400" cy="6096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 b="0">
                <a:solidFill>
                  <a:srgbClr val="20374E"/>
                </a:solidFill>
              </a:defRPr>
            </a:lvl1pPr>
          </a:lstStyle>
          <a:p>
            <a:fld id="{206D19A3-2276-2843-81D9-C15CDFCED9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8748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image" Target="../media/image4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image" Target="../media/image3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3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7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E7E4BF-5A8B-B749-A1BE-5FF0C59D53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A7F5B0-B3AD-B849-92CD-5C8BE6C086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74EC1E4-805B-AE47-A316-E81E1F95BDA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3975"/>
            <a:ext cx="2895600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FFFF35"/>
                </a:solidFill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DT-MRI Alexander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45E3211-44C7-5049-BDFD-E40D8AE34A3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32550"/>
            <a:ext cx="1905000" cy="27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66FF33"/>
                </a:solidFill>
                <a:latin typeface="Times New Roman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alalexander2@wisc.edu</a:t>
            </a:r>
          </a:p>
        </p:txBody>
      </p:sp>
      <p:pic>
        <p:nvPicPr>
          <p:cNvPr id="2" name="Picture 8" descr="ADC_and_rgb_nex8">
            <a:extLst>
              <a:ext uri="{FF2B5EF4-FFF2-40B4-BE49-F238E27FC236}">
                <a16:creationId xmlns:a16="http://schemas.microsoft.com/office/drawing/2014/main" id="{9B50A3E3-80E5-C74A-AE07-833750648C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4638" y="204788"/>
            <a:ext cx="97155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9" descr="Wcrest_transparent">
            <a:extLst>
              <a:ext uri="{FF2B5EF4-FFF2-40B4-BE49-F238E27FC236}">
                <a16:creationId xmlns:a16="http://schemas.microsoft.com/office/drawing/2014/main" id="{A1C29910-0994-4D41-AE78-668E2595D4B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78788" y="220663"/>
            <a:ext cx="738187" cy="1154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7635" r:id="rId1"/>
    <p:sldLayoutId id="2147487636" r:id="rId2"/>
    <p:sldLayoutId id="2147487637" r:id="rId3"/>
    <p:sldLayoutId id="2147487638" r:id="rId4"/>
    <p:sldLayoutId id="2147487639" r:id="rId5"/>
    <p:sldLayoutId id="2147487640" r:id="rId6"/>
    <p:sldLayoutId id="2147487641" r:id="rId7"/>
    <p:sldLayoutId id="2147487642" r:id="rId8"/>
    <p:sldLayoutId id="2147487643" r:id="rId9"/>
    <p:sldLayoutId id="2147487644" r:id="rId10"/>
    <p:sldLayoutId id="2147487645" r:id="rId11"/>
    <p:sldLayoutId id="2147487646" r:id="rId12"/>
    <p:sldLayoutId id="2147487647" r:id="rId13"/>
  </p:sldLayoutIdLst>
  <p:transition/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  <a:ea typeface="ＭＳ Ｐゴシック" pitchFamily="-111" charset="-128"/>
          <a:cs typeface="ＭＳ Ｐゴシック" pitchFamily="-111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  <a:ea typeface="ＭＳ Ｐゴシック" pitchFamily="-111" charset="-128"/>
          <a:cs typeface="ＭＳ Ｐゴシック" pitchFamily="-111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  <a:ea typeface="ＭＳ Ｐゴシック" pitchFamily="-111" charset="-128"/>
          <a:cs typeface="ＭＳ Ｐゴシック" pitchFamily="-111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  <a:ea typeface="ＭＳ Ｐゴシック" pitchFamily="-111" charset="-128"/>
          <a:cs typeface="ＭＳ Ｐゴシック" pitchFamily="-111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111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1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1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1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 descr="Large confetti">
            <a:extLst>
              <a:ext uri="{FF2B5EF4-FFF2-40B4-BE49-F238E27FC236}">
                <a16:creationId xmlns:a16="http://schemas.microsoft.com/office/drawing/2014/main" id="{42E36A0B-956B-B84E-9E0E-C5983FF93A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788" y="2841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56E07B7-570E-CD40-B5DA-FCFA3C3E36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56A82C23-B2B6-4F4E-B815-11F0D5170CE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48A6F86E-1F10-524F-A9D2-3BB6F7A7E8BE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577A0189-2D51-544C-974D-7F3C7F4EE17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48" r:id="rId1"/>
    <p:sldLayoutId id="2147487649" r:id="rId2"/>
    <p:sldLayoutId id="2147487650" r:id="rId3"/>
    <p:sldLayoutId id="2147487651" r:id="rId4"/>
    <p:sldLayoutId id="2147487652" r:id="rId5"/>
    <p:sldLayoutId id="2147487653" r:id="rId6"/>
    <p:sldLayoutId id="2147487654" r:id="rId7"/>
    <p:sldLayoutId id="2147487655" r:id="rId8"/>
    <p:sldLayoutId id="2147487656" r:id="rId9"/>
    <p:sldLayoutId id="2147487657" r:id="rId10"/>
    <p:sldLayoutId id="2147487658" r:id="rId11"/>
  </p:sldLayoutIdLst>
  <p:transition/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3"/>
        </a:buBlip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EC2CF94F-A709-094D-AA4A-52F6399991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17600" y="609600"/>
            <a:ext cx="6908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99BC833-8020-504B-9F0E-B936740BC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7600" y="1981200"/>
            <a:ext cx="69088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7633" r:id="rId1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-128"/>
          <a:cs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F112CC6-3EBB-1F45-A1FD-C7F8F670A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C467062-9E03-2742-8C61-07CE1C4E4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04C8B4-A6E6-BE47-917C-310178C2998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156E0FEF-5410-6E4C-B98B-3AD178B59461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44FAA6-EA9D-074B-9C3A-5B84FE90DCD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D17946-223C-7842-8F62-7534A3E22B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</a:defRPr>
            </a:lvl1pPr>
          </a:lstStyle>
          <a:p>
            <a:fld id="{16ECEF64-6F9B-9A43-AECB-A1494723BE4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71" r:id="rId1"/>
    <p:sldLayoutId id="2147487672" r:id="rId2"/>
    <p:sldLayoutId id="2147487673" r:id="rId3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8" charset="-128"/>
          <a:cs typeface="ＭＳ Ｐゴシック" pitchFamily="-108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08" charset="-128"/>
          <a:cs typeface="ＭＳ Ｐゴシック" pitchFamily="-108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08" charset="-128"/>
          <a:cs typeface="ＭＳ Ｐゴシック" pitchFamily="-108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08" charset="-128"/>
          <a:cs typeface="ＭＳ Ｐゴシック" pitchFamily="-108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108" charset="-128"/>
          <a:cs typeface="ＭＳ Ｐゴシック" pitchFamily="-108" charset="-128"/>
        </a:defRPr>
      </a:lvl5pPr>
      <a:lvl6pPr marL="457177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3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6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8" charset="-128"/>
          <a:cs typeface="ＭＳ Ｐゴシック" pitchFamily="-108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471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648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8825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001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 descr="Large confetti">
            <a:extLst>
              <a:ext uri="{FF2B5EF4-FFF2-40B4-BE49-F238E27FC236}">
                <a16:creationId xmlns:a16="http://schemas.microsoft.com/office/drawing/2014/main" id="{010EC92A-90C4-3B47-A126-AFE5E2FF78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788" y="2841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5511F55-06A5-194D-AF62-C45FE1E73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FC118E05-D638-6442-94E8-18DECEEE50B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00075E05-BEE0-0442-A6B9-D9F7A20B025C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C422078F-3777-ED46-91E4-B377121DCD2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74" r:id="rId1"/>
    <p:sldLayoutId id="2147487675" r:id="rId2"/>
    <p:sldLayoutId id="2147487676" r:id="rId3"/>
    <p:sldLayoutId id="2147487677" r:id="rId4"/>
    <p:sldLayoutId id="2147487678" r:id="rId5"/>
    <p:sldLayoutId id="2147487679" r:id="rId6"/>
    <p:sldLayoutId id="2147487680" r:id="rId7"/>
    <p:sldLayoutId id="2147487681" r:id="rId8"/>
    <p:sldLayoutId id="2147487682" r:id="rId9"/>
    <p:sldLayoutId id="2147487683" r:id="rId10"/>
    <p:sldLayoutId id="2147487684" r:id="rId11"/>
  </p:sldLayoutIdLst>
  <p:transition/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5pPr>
      <a:lvl6pPr marL="4571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6pPr>
      <a:lvl7pPr marL="914353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7pPr>
      <a:lvl8pPr marL="137153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8pPr>
      <a:lvl9pPr marL="182870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3"/>
        </a:buBlip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471" indent="-2285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648" indent="-2285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8825" indent="-2285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001" indent="-2285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 descr="Large confetti">
            <a:extLst>
              <a:ext uri="{FF2B5EF4-FFF2-40B4-BE49-F238E27FC236}">
                <a16:creationId xmlns:a16="http://schemas.microsoft.com/office/drawing/2014/main" id="{B0F1D0F9-CFAD-674D-864D-0B7ABF0BA9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788" y="2841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D394653-EA7B-2249-AFCF-D896E4EB0C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062B2314-F955-774D-B011-F2673BBE81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October 15, 2008</a:t>
            </a:r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5DC4461C-B8BA-7D44-8C10-357DDB27F6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of Autism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352F1440-621D-574C-9392-ADB1DEE7B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12888"/>
            <a:ext cx="8458200" cy="873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58375" name="Rectangle 8">
            <a:extLst>
              <a:ext uri="{FF2B5EF4-FFF2-40B4-BE49-F238E27FC236}">
                <a16:creationId xmlns:a16="http://schemas.microsoft.com/office/drawing/2014/main" id="{10BB3A73-316D-0D40-A843-98025F5D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7550" y="6553200"/>
            <a:ext cx="2076450" cy="79375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endParaRPr kumimoji="1" lang="x-none" altLang="x-none" sz="2400" b="0">
              <a:solidFill>
                <a:srgbClr val="20374E"/>
              </a:solidFill>
            </a:endParaRPr>
          </a:p>
        </p:txBody>
      </p:sp>
      <p:sp>
        <p:nvSpPr>
          <p:cNvPr id="131081" name="Rectangle 9" descr="Large confetti">
            <a:extLst>
              <a:ext uri="{FF2B5EF4-FFF2-40B4-BE49-F238E27FC236}">
                <a16:creationId xmlns:a16="http://schemas.microsoft.com/office/drawing/2014/main" id="{49B6B78B-AE76-944A-9EB9-A56F1A279A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16900" y="6248400"/>
            <a:ext cx="533400" cy="609600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DCE4D2"/>
                </a:solidFill>
              </a:defRPr>
            </a:lvl1pPr>
          </a:lstStyle>
          <a:p>
            <a:fld id="{8A9285E1-C994-7947-B521-3603E322876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85" r:id="rId1"/>
    <p:sldLayoutId id="2147487686" r:id="rId2"/>
    <p:sldLayoutId id="2147487687" r:id="rId3"/>
    <p:sldLayoutId id="2147487688" r:id="rId4"/>
    <p:sldLayoutId id="2147487689" r:id="rId5"/>
    <p:sldLayoutId id="2147487690" r:id="rId6"/>
    <p:sldLayoutId id="2147487691" r:id="rId7"/>
    <p:sldLayoutId id="2147487692" r:id="rId8"/>
    <p:sldLayoutId id="2147487693" r:id="rId9"/>
    <p:sldLayoutId id="2147487694" r:id="rId10"/>
    <p:sldLayoutId id="2147487695" r:id="rId11"/>
    <p:sldLayoutId id="2147487696" r:id="rId12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5"/>
        </a:buBlip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53DD0E9C-F8EF-3544-AD6B-ABD2B3D91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75BEA673-4E3D-E448-87DF-8D4DBCDFE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B44365D-3DC7-754F-8E59-619D873BDDF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A1AD935A-0D14-A244-BE09-9E374F5F570D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697ADE-0287-2A4A-B259-3B57991CEC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DBFA250-25F2-7A44-BFBF-19404B10F3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rgbClr val="000000"/>
                </a:solidFill>
              </a:defRPr>
            </a:lvl1pPr>
          </a:lstStyle>
          <a:p>
            <a:fld id="{50ABAD2F-F102-214C-9D2A-54C12D62095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697" r:id="rId1"/>
    <p:sldLayoutId id="2147487737" r:id="rId2"/>
  </p:sldLayoutIdLst>
  <p:hf sldNum="0"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-128"/>
          <a:cs typeface="ＭＳ Ｐゴシック" charset="-128"/>
        </a:defRPr>
      </a:lvl5pPr>
      <a:lvl6pPr marL="457177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3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6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1363" indent="-284163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1413" indent="-227013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598613" indent="-227013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5813" indent="-227013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471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648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8825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001" indent="-2285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 descr="Large confetti">
            <a:extLst>
              <a:ext uri="{FF2B5EF4-FFF2-40B4-BE49-F238E27FC236}">
                <a16:creationId xmlns:a16="http://schemas.microsoft.com/office/drawing/2014/main" id="{9D16FA83-78ED-7544-B254-CFC4F8F6E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788" y="2841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0DDCAB7-8C0A-DF43-BF91-6936CA0B4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11513EEB-766C-5140-AEF3-BFF76183EF8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45A1E776-7AAA-BC43-9FDD-56FFAB76B5ED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92F1C400-9C9C-6B4E-9828-D53CC35DC6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713" r:id="rId1"/>
    <p:sldLayoutId id="2147487714" r:id="rId2"/>
    <p:sldLayoutId id="2147487715" r:id="rId3"/>
    <p:sldLayoutId id="2147487716" r:id="rId4"/>
    <p:sldLayoutId id="2147487717" r:id="rId5"/>
    <p:sldLayoutId id="2147487718" r:id="rId6"/>
    <p:sldLayoutId id="2147487719" r:id="rId7"/>
    <p:sldLayoutId id="2147487720" r:id="rId8"/>
    <p:sldLayoutId id="2147487721" r:id="rId9"/>
    <p:sldLayoutId id="2147487722" r:id="rId10"/>
    <p:sldLayoutId id="2147487723" r:id="rId11"/>
    <p:sldLayoutId id="2147487724" r:id="rId12"/>
  </p:sldLayoutIdLst>
  <p:transition/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4"/>
        </a:buBlip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FFEFD1"/>
            </a:gs>
            <a:gs pos="64999">
              <a:srgbClr val="F0EBD5"/>
            </a:gs>
            <a:gs pos="100000">
              <a:srgbClr val="D1C39F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 descr="Large confetti">
            <a:extLst>
              <a:ext uri="{FF2B5EF4-FFF2-40B4-BE49-F238E27FC236}">
                <a16:creationId xmlns:a16="http://schemas.microsoft.com/office/drawing/2014/main" id="{D6067BD3-A98E-264C-8FA9-9E63DAFB0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93788" y="284163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E589C53-686B-EC4E-9E53-9D0CE6F92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05000"/>
            <a:ext cx="77724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1076" name="Rectangle 4">
            <a:extLst>
              <a:ext uri="{FF2B5EF4-FFF2-40B4-BE49-F238E27FC236}">
                <a16:creationId xmlns:a16="http://schemas.microsoft.com/office/drawing/2014/main" id="{9F343675-E804-8043-BD66-97941EB6D9C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2DA743AD-BDE3-ED4E-BF44-58BF0B7FDA59}" type="datetime1">
              <a:rPr lang="en-US" altLang="x-none"/>
              <a:pPr>
                <a:defRPr/>
              </a:pPr>
              <a:t>10/27/20</a:t>
            </a:fld>
            <a:endParaRPr lang="en-US" altLang="x-none"/>
          </a:p>
        </p:txBody>
      </p:sp>
      <p:sp>
        <p:nvSpPr>
          <p:cNvPr id="131077" name="Rectangle 5">
            <a:extLst>
              <a:ext uri="{FF2B5EF4-FFF2-40B4-BE49-F238E27FC236}">
                <a16:creationId xmlns:a16="http://schemas.microsoft.com/office/drawing/2014/main" id="{53511D2D-04C3-4144-81C4-BAF18EFEDB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20374E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Alexander – DTI Analysis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725" r:id="rId1"/>
    <p:sldLayoutId id="2147487726" r:id="rId2"/>
    <p:sldLayoutId id="2147487727" r:id="rId3"/>
    <p:sldLayoutId id="2147487728" r:id="rId4"/>
    <p:sldLayoutId id="2147487729" r:id="rId5"/>
    <p:sldLayoutId id="2147487730" r:id="rId6"/>
    <p:sldLayoutId id="2147487731" r:id="rId7"/>
    <p:sldLayoutId id="2147487732" r:id="rId8"/>
    <p:sldLayoutId id="2147487733" r:id="rId9"/>
    <p:sldLayoutId id="2147487734" r:id="rId10"/>
    <p:sldLayoutId id="2147487735" r:id="rId11"/>
    <p:sldLayoutId id="2147487736" r:id="rId12"/>
  </p:sldLayoutIdLst>
  <p:transition/>
  <p:hf sldNum="0"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  <a:ea typeface="ＭＳ Ｐゴシック" charset="-128"/>
          <a:cs typeface="ＭＳ Ｐゴシック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-65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14"/>
        </a:buBlip>
        <a:defRPr sz="3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ＭＳ Ｐゴシック" pitchFamily="-65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ＭＳ Ｐゴシック" pitchFamily="-65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ＭＳ Ｐゴシック" pitchFamily="-65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1.xml"/><Relationship Id="rId5" Type="http://schemas.openxmlformats.org/officeDocument/2006/relationships/image" Target="../media/image9.jpeg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Rectangle 2">
            <a:extLst>
              <a:ext uri="{FF2B5EF4-FFF2-40B4-BE49-F238E27FC236}">
                <a16:creationId xmlns:a16="http://schemas.microsoft.com/office/drawing/2014/main" id="{9B02DBC4-74CF-314D-9E88-7A5AEC4C46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0563" y="387985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Analysis of DTI Data – </a:t>
            </a:r>
            <a:br>
              <a:rPr lang="en-US" altLang="en-US" b="1" dirty="0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</a:br>
            <a:r>
              <a:rPr lang="en-US" altLang="en-US" b="1" dirty="0">
                <a:solidFill>
                  <a:srgbClr val="FFFF00"/>
                </a:solidFill>
                <a:latin typeface="Tahoma" panose="020B0604030504040204" pitchFamily="34" charset="0"/>
                <a:ea typeface="ＭＳ Ｐゴシック" panose="020B0600070205080204" pitchFamily="34" charset="-128"/>
              </a:rPr>
              <a:t>ROI Methods</a:t>
            </a:r>
          </a:p>
        </p:txBody>
      </p:sp>
      <p:sp>
        <p:nvSpPr>
          <p:cNvPr id="161794" name="Rectangle 3">
            <a:extLst>
              <a:ext uri="{FF2B5EF4-FFF2-40B4-BE49-F238E27FC236}">
                <a16:creationId xmlns:a16="http://schemas.microsoft.com/office/drawing/2014/main" id="{577C4C17-7755-6A4A-812D-890F133863B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16050" y="5114925"/>
            <a:ext cx="6400800" cy="1093788"/>
          </a:xfrm>
        </p:spPr>
        <p:txBody>
          <a:bodyPr/>
          <a:lstStyle/>
          <a:p>
            <a:pPr eaLnBrk="1" hangingPunct="1"/>
            <a:endParaRPr lang="en-US" altLang="en-US" sz="2400" dirty="0">
              <a:solidFill>
                <a:srgbClr val="FFFF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400" dirty="0">
                <a:solidFill>
                  <a:srgbClr val="FFFF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MP/NTP 651</a:t>
            </a:r>
          </a:p>
        </p:txBody>
      </p:sp>
      <p:grpSp>
        <p:nvGrpSpPr>
          <p:cNvPr id="161795" name="Group 1">
            <a:extLst>
              <a:ext uri="{FF2B5EF4-FFF2-40B4-BE49-F238E27FC236}">
                <a16:creationId xmlns:a16="http://schemas.microsoft.com/office/drawing/2014/main" id="{3942C14E-2C8C-E749-9349-7748E9E4ED01}"/>
              </a:ext>
            </a:extLst>
          </p:cNvPr>
          <p:cNvGrpSpPr>
            <a:grpSpLocks/>
          </p:cNvGrpSpPr>
          <p:nvPr/>
        </p:nvGrpSpPr>
        <p:grpSpPr bwMode="auto">
          <a:xfrm>
            <a:off x="2120900" y="420688"/>
            <a:ext cx="2573338" cy="3405187"/>
            <a:chOff x="740473" y="923084"/>
            <a:chExt cx="3787352" cy="5008398"/>
          </a:xfrm>
        </p:grpSpPr>
        <p:pic>
          <p:nvPicPr>
            <p:cNvPr id="161800" name="Picture 10" descr="T2w">
              <a:extLst>
                <a:ext uri="{FF2B5EF4-FFF2-40B4-BE49-F238E27FC236}">
                  <a16:creationId xmlns:a16="http://schemas.microsoft.com/office/drawing/2014/main" id="{03BF8F25-6BED-E642-99BD-2101B82BFE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18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473" y="923084"/>
              <a:ext cx="1867590" cy="24971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801" name="Picture 11" descr="ADC">
              <a:extLst>
                <a:ext uri="{FF2B5EF4-FFF2-40B4-BE49-F238E27FC236}">
                  <a16:creationId xmlns:a16="http://schemas.microsoft.com/office/drawing/2014/main" id="{9CA1FB01-AA05-7143-92EB-E5338DE6CB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18000" contrast="3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2592" y="3429660"/>
              <a:ext cx="1865249" cy="24760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802" name="Picture 12" descr="FA">
              <a:extLst>
                <a:ext uri="{FF2B5EF4-FFF2-40B4-BE49-F238E27FC236}">
                  <a16:creationId xmlns:a16="http://schemas.microsoft.com/office/drawing/2014/main" id="{1E4F292F-66DF-8248-ACBE-EF80FAD34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lum bright="24000" contrast="4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3150" y="944279"/>
              <a:ext cx="1862909" cy="24737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1803" name="Picture 13" descr="color">
              <a:extLst>
                <a:ext uri="{FF2B5EF4-FFF2-40B4-BE49-F238E27FC236}">
                  <a16:creationId xmlns:a16="http://schemas.microsoft.com/office/drawing/2014/main" id="{CC7333A6-7868-9241-936C-30AEC165C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lum bright="36000" contrast="54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6194" y="3429660"/>
              <a:ext cx="1881631" cy="2501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Picture 10" descr="favol_36591_wm_masked_sag">
            <a:extLst>
              <a:ext uri="{FF2B5EF4-FFF2-40B4-BE49-F238E27FC236}">
                <a16:creationId xmlns:a16="http://schemas.microsoft.com/office/drawing/2014/main" id="{A36F3B04-8200-C14E-A85F-33BACC170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97793" y="1498600"/>
            <a:ext cx="3263900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Rectangle 2" descr="Large confetti">
            <a:extLst>
              <a:ext uri="{FF2B5EF4-FFF2-40B4-BE49-F238E27FC236}">
                <a16:creationId xmlns:a16="http://schemas.microsoft.com/office/drawing/2014/main" id="{7BC838A0-FB43-6B49-ACBE-850E84198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2613" y="277813"/>
            <a:ext cx="8561387" cy="798512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Data Analysis Design</a:t>
            </a:r>
            <a:endParaRPr lang="en-US" altLang="en-US" sz="40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3058" name="Rectangle 3">
            <a:extLst>
              <a:ext uri="{FF2B5EF4-FFF2-40B4-BE49-F238E27FC236}">
                <a16:creationId xmlns:a16="http://schemas.microsoft.com/office/drawing/2014/main" id="{50E19442-4281-E449-8D6C-99B6BCC2A9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6913" y="1249363"/>
            <a:ext cx="7772400" cy="31797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What is the Question/Objective?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What do we Know?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Patient history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Disease specific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HYPOTHESIS?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Global versus Regional?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What Region?</a:t>
            </a:r>
          </a:p>
          <a:p>
            <a:pPr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Samples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Population distribution attributes (age, handedness, gender, etc)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</a:pPr>
            <a:r>
              <a:rPr lang="en-US" altLang="en-US" sz="2000" b="1">
                <a:latin typeface="Optima" panose="02000503060000020004" pitchFamily="2" charset="0"/>
                <a:ea typeface="ＭＳ Ｐゴシック" panose="020B0600070205080204" pitchFamily="34" charset="-128"/>
              </a:rPr>
              <a:t>How many?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Rectangle 2" descr="Large confetti">
            <a:extLst>
              <a:ext uri="{FF2B5EF4-FFF2-40B4-BE49-F238E27FC236}">
                <a16:creationId xmlns:a16="http://schemas.microsoft.com/office/drawing/2014/main" id="{C725B2C7-2AB8-0B4F-A729-D18F121386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84163"/>
            <a:ext cx="8561388" cy="1143000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Diffusion Tensor MRI: </a:t>
            </a:r>
            <a:b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</a:br>
            <a: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Measures</a:t>
            </a:r>
            <a:endParaRPr lang="en-US" altLang="en-US" sz="40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4082" name="Rectangle 3">
            <a:extLst>
              <a:ext uri="{FF2B5EF4-FFF2-40B4-BE49-F238E27FC236}">
                <a16:creationId xmlns:a16="http://schemas.microsoft.com/office/drawing/2014/main" id="{D5DAC414-C7EA-6448-B373-F48D49FAA1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6913" y="1906588"/>
            <a:ext cx="7772400" cy="31797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FA is NOT Enough!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Mean, Axial, Radial Diffusivities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Scanner Variations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Co-vary for Scanner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Harmonization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DTI is not adequate model in many cases</a:t>
            </a:r>
          </a:p>
          <a:p>
            <a:pPr lvl="1"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000" b="1" dirty="0">
                <a:latin typeface="Optima" panose="02000503060000020004" pitchFamily="2" charset="0"/>
                <a:ea typeface="ＭＳ Ｐゴシック" panose="020B0600070205080204" pitchFamily="34" charset="-128"/>
              </a:rPr>
              <a:t>Advanced DWI methods – NODDI, diffusion kurtosis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Rectangle 2" descr="Large confetti">
            <a:extLst>
              <a:ext uri="{FF2B5EF4-FFF2-40B4-BE49-F238E27FC236}">
                <a16:creationId xmlns:a16="http://schemas.microsoft.com/office/drawing/2014/main" id="{29FF58E5-B930-5441-8CB7-A2C784E0A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2667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Diffusion Tensor MRI: </a:t>
            </a:r>
            <a:b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</a:br>
            <a:r>
              <a:rPr lang="en-US" altLang="en-US" sz="4000" b="1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Strategies for Data Analysis</a:t>
            </a:r>
            <a:endParaRPr lang="en-US" altLang="en-US" sz="4000" b="1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sp>
        <p:nvSpPr>
          <p:cNvPr id="176130" name="Rectangle 3">
            <a:extLst>
              <a:ext uri="{FF2B5EF4-FFF2-40B4-BE49-F238E27FC236}">
                <a16:creationId xmlns:a16="http://schemas.microsoft.com/office/drawing/2014/main" id="{3F350E26-EFB3-054F-B00C-AA6FC13A90F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85800" y="1905000"/>
            <a:ext cx="6426200" cy="4191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Analysis Design Considerations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Global Histograms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Regions of Interest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Atlas-based Templates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Tractography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b="1">
                <a:latin typeface="Optima" panose="02000503060000020004" pitchFamily="2" charset="0"/>
                <a:ea typeface="ＭＳ Ｐゴシック" panose="020B0600070205080204" pitchFamily="34" charset="-128"/>
              </a:rPr>
              <a:t>Voxel-Based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Title 1" descr="Large confetti">
            <a:extLst>
              <a:ext uri="{FF2B5EF4-FFF2-40B4-BE49-F238E27FC236}">
                <a16:creationId xmlns:a16="http://schemas.microsoft.com/office/drawing/2014/main" id="{E93AC39E-9C90-9247-8A48-DA7ADB676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latin typeface="Optima" panose="02000503060000020004" pitchFamily="2" charset="0"/>
                <a:ea typeface="ＭＳ Ｐゴシック" panose="020B0600070205080204" pitchFamily="34" charset="-128"/>
              </a:rPr>
              <a:t>DTI Histogram Analysis</a:t>
            </a:r>
          </a:p>
        </p:txBody>
      </p:sp>
      <p:sp>
        <p:nvSpPr>
          <p:cNvPr id="177154" name="Content Placeholder 2">
            <a:extLst>
              <a:ext uri="{FF2B5EF4-FFF2-40B4-BE49-F238E27FC236}">
                <a16:creationId xmlns:a16="http://schemas.microsoft.com/office/drawing/2014/main" id="{17561AC9-4A8E-0348-9336-9545B012FC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7812" y="1378744"/>
            <a:ext cx="7772400" cy="912813"/>
          </a:xfrm>
        </p:spPr>
        <p:txBody>
          <a:bodyPr/>
          <a:lstStyle/>
          <a:p>
            <a:r>
              <a:rPr lang="en-US" altLang="en-US" sz="2000" dirty="0">
                <a:ea typeface="ＭＳ Ｐゴシック" panose="020B0600070205080204" pitchFamily="34" charset="-128"/>
              </a:rPr>
              <a:t>Whole Brain Example – </a:t>
            </a:r>
            <a:br>
              <a:rPr lang="en-US" altLang="en-US" sz="2000" dirty="0">
                <a:ea typeface="ＭＳ Ｐゴシック" panose="020B0600070205080204" pitchFamily="34" charset="-128"/>
              </a:rPr>
            </a:br>
            <a:r>
              <a:rPr lang="en-US" altLang="en-US" sz="2000" dirty="0">
                <a:ea typeface="ＭＳ Ｐゴシック" panose="020B0600070205080204" pitchFamily="34" charset="-128"/>
              </a:rPr>
              <a:t>Vascular Cognitive Impairment</a:t>
            </a:r>
          </a:p>
        </p:txBody>
      </p:sp>
      <p:pic>
        <p:nvPicPr>
          <p:cNvPr id="177157" name="Picture 5">
            <a:extLst>
              <a:ext uri="{FF2B5EF4-FFF2-40B4-BE49-F238E27FC236}">
                <a16:creationId xmlns:a16="http://schemas.microsoft.com/office/drawing/2014/main" id="{D4386D74-032B-5C45-A02A-995836DAB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4538" y="2243138"/>
            <a:ext cx="3771900" cy="302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7159" name="Content Placeholder 2">
            <a:extLst>
              <a:ext uri="{FF2B5EF4-FFF2-40B4-BE49-F238E27FC236}">
                <a16:creationId xmlns:a16="http://schemas.microsoft.com/office/drawing/2014/main" id="{9AD4724C-7403-8C43-92DF-6E4A6A334E04}"/>
              </a:ext>
            </a:extLst>
          </p:cNvPr>
          <p:cNvSpPr txBox="1">
            <a:spLocks/>
          </p:cNvSpPr>
          <p:nvPr/>
        </p:nvSpPr>
        <p:spPr bwMode="auto">
          <a:xfrm>
            <a:off x="692150" y="5867400"/>
            <a:ext cx="77724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85000"/>
              <a:buBlip>
                <a:blip r:embed="rId4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None/>
            </a:pPr>
            <a:r>
              <a:rPr lang="en-US" altLang="en-US" sz="2000"/>
              <a:t>Zhou et al. J Neurol Sci 2008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B094F3-2DDE-BF42-8317-A4879DD025FC}"/>
              </a:ext>
            </a:extLst>
          </p:cNvPr>
          <p:cNvSpPr/>
          <p:nvPr/>
        </p:nvSpPr>
        <p:spPr>
          <a:xfrm>
            <a:off x="4819134" y="2291557"/>
            <a:ext cx="3953947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>
                <a:latin typeface="Optima" panose="02000503060000020004" pitchFamily="2" charset="0"/>
              </a:rPr>
              <a:t>Simple to Perform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>
                <a:latin typeface="Optima" panose="02000503060000020004" pitchFamily="2" charset="0"/>
              </a:rPr>
              <a:t>Very high SNR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>
                <a:latin typeface="Optima" panose="02000503060000020004" pitchFamily="2" charset="0"/>
              </a:rPr>
              <a:t>Global Characterization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>
                <a:latin typeface="Optima" panose="02000503060000020004" pitchFamily="2" charset="0"/>
              </a:rPr>
              <a:t>Whole Brain - No Regional Specificity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>
                <a:latin typeface="Optima" panose="02000503060000020004" pitchFamily="2" charset="0"/>
              </a:rPr>
              <a:t>Tissue Specific Regions – Better Specificity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en-US" sz="2000" b="0" dirty="0">
                <a:latin typeface="Optima" panose="02000503060000020004" pitchFamily="2" charset="0"/>
              </a:rPr>
              <a:t>Voxel Dimensions can influence</a:t>
            </a:r>
            <a:endParaRPr lang="en-US" sz="2000" b="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Title 1" descr="Large confetti">
            <a:extLst>
              <a:ext uri="{FF2B5EF4-FFF2-40B4-BE49-F238E27FC236}">
                <a16:creationId xmlns:a16="http://schemas.microsoft.com/office/drawing/2014/main" id="{C95D4671-7E4E-7B44-A92F-D99EC33F92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84163"/>
            <a:ext cx="7772400" cy="1143000"/>
          </a:xfrm>
        </p:spPr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DTI ROI Analysis</a:t>
            </a:r>
          </a:p>
        </p:txBody>
      </p:sp>
      <p:sp>
        <p:nvSpPr>
          <p:cNvPr id="179202" name="Content Placeholder 2">
            <a:extLst>
              <a:ext uri="{FF2B5EF4-FFF2-40B4-BE49-F238E27FC236}">
                <a16:creationId xmlns:a16="http://schemas.microsoft.com/office/drawing/2014/main" id="{92E9308A-66BA-E24A-A495-CC61C465B3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3275" y="1803400"/>
            <a:ext cx="7772400" cy="406558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>
                <a:ea typeface="ＭＳ Ｐゴシック" panose="020B0600070205080204" pitchFamily="34" charset="-128"/>
              </a:rPr>
              <a:t>Regional Hypotheses – Predict where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ea typeface="ＭＳ Ｐゴシック" panose="020B0600070205080204" pitchFamily="34" charset="-128"/>
              </a:rPr>
              <a:t>Most Specific/Targeted Approach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ea typeface="ＭＳ Ｐゴシック" panose="020B0600070205080204" pitchFamily="34" charset="-128"/>
              </a:rPr>
              <a:t>Regional Averaging: Increased SNR / Limited Local Anatomic Specificity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ea typeface="ＭＳ Ｐゴシック" panose="020B0600070205080204" pitchFamily="34" charset="-128"/>
              </a:rPr>
              <a:t>Requires Expert / Algorithm for Labeling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ea typeface="ＭＳ Ｐゴシック" panose="020B0600070205080204" pitchFamily="34" charset="-128"/>
              </a:rPr>
              <a:t>Disadvantages:</a:t>
            </a:r>
            <a:endParaRPr lang="en-US" altLang="en-US" sz="1600">
              <a:ea typeface="ＭＳ Ｐゴシック" panose="020B0600070205080204" pitchFamily="34" charset="-128"/>
            </a:endParaRPr>
          </a:p>
          <a:p>
            <a:pPr lvl="1">
              <a:spcAft>
                <a:spcPts val="600"/>
              </a:spcAft>
            </a:pPr>
            <a:r>
              <a:rPr lang="en-US" altLang="en-US" sz="2000">
                <a:ea typeface="ＭＳ Ｐゴシック" panose="020B0600070205080204" pitchFamily="34" charset="-128"/>
              </a:rPr>
              <a:t>Manual ROIs Tedious</a:t>
            </a:r>
          </a:p>
          <a:p>
            <a:pPr lvl="1">
              <a:spcAft>
                <a:spcPts val="600"/>
              </a:spcAft>
            </a:pPr>
            <a:r>
              <a:rPr lang="en-US" altLang="en-US" sz="2000">
                <a:ea typeface="ＭＳ Ｐゴシック" panose="020B0600070205080204" pitchFamily="34" charset="-128"/>
              </a:rPr>
              <a:t>Limited Intra- and Inter- Observer Performance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9824C12A-272B-EE48-99CF-C97BA11BE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03238"/>
            <a:ext cx="8229600" cy="715962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9900"/>
                </a:solidFill>
                <a:latin typeface="Comic Sans MS" panose="030F0902030302020204" pitchFamily="66" charset="0"/>
                <a:ea typeface="ＭＳ Ｐゴシック" panose="020B0600070205080204" pitchFamily="34" charset="-128"/>
              </a:rPr>
              <a:t>Requires Anatomic Specificity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9FA9ECD1-4EA3-B14E-A380-46E672FFB0BD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192338"/>
            <a:ext cx="6964363" cy="3903662"/>
            <a:chOff x="768" y="1381"/>
            <a:chExt cx="4387" cy="2459"/>
          </a:xfrm>
        </p:grpSpPr>
        <p:sp>
          <p:nvSpPr>
            <p:cNvPr id="175119" name="Text Box 11">
              <a:extLst>
                <a:ext uri="{FF2B5EF4-FFF2-40B4-BE49-F238E27FC236}">
                  <a16:creationId xmlns:a16="http://schemas.microsoft.com/office/drawing/2014/main" id="{7D6E0870-5303-5D45-A0E7-D37E7D982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1381"/>
              <a:ext cx="197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FFFF66"/>
                  </a:solidFill>
                  <a:latin typeface="Comic Sans MS" panose="030F0902030302020204" pitchFamily="66" charset="0"/>
                </a:rPr>
                <a:t>Apples versus apples</a:t>
              </a:r>
              <a:endParaRPr lang="en-US" altLang="en-US" sz="2400" b="0">
                <a:solidFill>
                  <a:srgbClr val="0066FF"/>
                </a:solidFill>
                <a:latin typeface="Comic Sans MS" panose="030F0902030302020204" pitchFamily="66" charset="0"/>
              </a:endParaRPr>
            </a:p>
          </p:txBody>
        </p:sp>
        <p:pic>
          <p:nvPicPr>
            <p:cNvPr id="175120" name="Picture 13" descr="Z:\dti\FA.jpg">
              <a:extLst>
                <a:ext uri="{FF2B5EF4-FFF2-40B4-BE49-F238E27FC236}">
                  <a16:creationId xmlns:a16="http://schemas.microsoft.com/office/drawing/2014/main" id="{705EEEF1-0977-714E-BAE0-91CFB03B0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24000" contrast="42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2" y="1392"/>
              <a:ext cx="1843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2FDD30DB-3D5B-A442-959D-D132D082662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48000"/>
            <a:ext cx="5715000" cy="461963"/>
            <a:chOff x="768" y="1920"/>
            <a:chExt cx="3600" cy="291"/>
          </a:xfrm>
        </p:grpSpPr>
        <p:sp>
          <p:nvSpPr>
            <p:cNvPr id="175117" name="Rectangle 14">
              <a:extLst>
                <a:ext uri="{FF2B5EF4-FFF2-40B4-BE49-F238E27FC236}">
                  <a16:creationId xmlns:a16="http://schemas.microsoft.com/office/drawing/2014/main" id="{8C5E66AF-865A-F040-9C4D-D26BCF94F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016"/>
              <a:ext cx="144" cy="9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5118" name="Rectangle 17">
              <a:extLst>
                <a:ext uri="{FF2B5EF4-FFF2-40B4-BE49-F238E27FC236}">
                  <a16:creationId xmlns:a16="http://schemas.microsoft.com/office/drawing/2014/main" id="{677FF74E-430F-264D-BE9A-F35A028A0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920"/>
              <a:ext cx="166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FF0000"/>
                  </a:solidFill>
                  <a:latin typeface="Comic Sans MS" panose="030F0902030302020204" pitchFamily="66" charset="0"/>
                </a:rPr>
                <a:t>Genu versus genu</a:t>
              </a:r>
            </a:p>
          </p:txBody>
        </p:sp>
      </p:grpSp>
      <p:grpSp>
        <p:nvGrpSpPr>
          <p:cNvPr id="4" name="Group 23">
            <a:extLst>
              <a:ext uri="{FF2B5EF4-FFF2-40B4-BE49-F238E27FC236}">
                <a16:creationId xmlns:a16="http://schemas.microsoft.com/office/drawing/2014/main" id="{17808B6F-2D28-264C-8B11-0640CA3BC612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038600"/>
            <a:ext cx="5638800" cy="609600"/>
            <a:chOff x="768" y="2544"/>
            <a:chExt cx="3552" cy="384"/>
          </a:xfrm>
        </p:grpSpPr>
        <p:sp>
          <p:nvSpPr>
            <p:cNvPr id="175115" name="Rectangle 15">
              <a:extLst>
                <a:ext uri="{FF2B5EF4-FFF2-40B4-BE49-F238E27FC236}">
                  <a16:creationId xmlns:a16="http://schemas.microsoft.com/office/drawing/2014/main" id="{9412B699-528E-A347-8DA7-5C34DFE6CA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832"/>
              <a:ext cx="144" cy="96"/>
            </a:xfrm>
            <a:prstGeom prst="rect">
              <a:avLst/>
            </a:prstGeom>
            <a:solidFill>
              <a:srgbClr val="00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5116" name="Rectangle 18">
              <a:extLst>
                <a:ext uri="{FF2B5EF4-FFF2-40B4-BE49-F238E27FC236}">
                  <a16:creationId xmlns:a16="http://schemas.microsoft.com/office/drawing/2014/main" id="{FF8D5983-9924-754F-82D2-0F5BDB921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544"/>
              <a:ext cx="238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0066FF"/>
                  </a:solidFill>
                  <a:latin typeface="Comic Sans MS" panose="030F0902030302020204" pitchFamily="66" charset="0"/>
                </a:rPr>
                <a:t>Splenium versus splenium</a:t>
              </a:r>
            </a:p>
          </p:txBody>
        </p:sp>
      </p:grpSp>
      <p:grpSp>
        <p:nvGrpSpPr>
          <p:cNvPr id="5" name="Group 24">
            <a:extLst>
              <a:ext uri="{FF2B5EF4-FFF2-40B4-BE49-F238E27FC236}">
                <a16:creationId xmlns:a16="http://schemas.microsoft.com/office/drawing/2014/main" id="{A98130DF-21D8-1343-8828-0E34A95BFDD9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038600"/>
            <a:ext cx="6019800" cy="1452563"/>
            <a:chOff x="768" y="2544"/>
            <a:chExt cx="3792" cy="915"/>
          </a:xfrm>
        </p:grpSpPr>
        <p:sp>
          <p:nvSpPr>
            <p:cNvPr id="175113" name="Rectangle 16">
              <a:extLst>
                <a:ext uri="{FF2B5EF4-FFF2-40B4-BE49-F238E27FC236}">
                  <a16:creationId xmlns:a16="http://schemas.microsoft.com/office/drawing/2014/main" id="{F896EF13-A244-7F4A-8158-36B484756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2544"/>
              <a:ext cx="96" cy="96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5114" name="Rectangle 19">
              <a:extLst>
                <a:ext uri="{FF2B5EF4-FFF2-40B4-BE49-F238E27FC236}">
                  <a16:creationId xmlns:a16="http://schemas.microsoft.com/office/drawing/2014/main" id="{5DBA5710-F9A6-594E-963E-5AA2CF1F0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3168"/>
              <a:ext cx="167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 b="0">
                  <a:solidFill>
                    <a:srgbClr val="33CC33"/>
                  </a:solidFill>
                  <a:latin typeface="Comic Sans MS" panose="030F0902030302020204" pitchFamily="66" charset="0"/>
                </a:rPr>
                <a:t>PLIC versus PLIC</a:t>
              </a:r>
            </a:p>
          </p:txBody>
        </p:sp>
      </p:grpSp>
      <p:sp>
        <p:nvSpPr>
          <p:cNvPr id="175111" name="Date Placeholder 14">
            <a:extLst>
              <a:ext uri="{FF2B5EF4-FFF2-40B4-BE49-F238E27FC236}">
                <a16:creationId xmlns:a16="http://schemas.microsoft.com/office/drawing/2014/main" id="{13BECBE9-61DB-A644-8F06-DD56658E60A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31F460-304B-8D47-9EA0-7758723D26E8}" type="datetime1">
              <a:rPr lang="en-US" altLang="en-US" sz="1400" smtClean="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10/27/20</a:t>
            </a:fld>
            <a:endParaRPr lang="en-US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5112" name="Footer Placeholder 15">
            <a:extLst>
              <a:ext uri="{FF2B5EF4-FFF2-40B4-BE49-F238E27FC236}">
                <a16:creationId xmlns:a16="http://schemas.microsoft.com/office/drawing/2014/main" id="{A72FCE59-DF82-EC4E-B164-A652B0BA3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Alexander – DTI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0F31F525-AC39-7D45-99CF-AE327A1FC3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3950" y="0"/>
            <a:ext cx="7270750" cy="788988"/>
          </a:xfrm>
          <a:effectLst>
            <a:outerShdw blurRad="63500" dist="107763" dir="2700000" algn="ctr" rotWithShape="0">
              <a:srgbClr val="000000"/>
            </a:outerShdw>
          </a:effectLst>
        </p:spPr>
        <p:txBody>
          <a:bodyPr/>
          <a:lstStyle/>
          <a:p>
            <a:pPr>
              <a:defRPr/>
            </a:pPr>
            <a:r>
              <a:rPr lang="en-US" altLang="x-none" sz="40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ROI Analysis</a:t>
            </a:r>
          </a:p>
        </p:txBody>
      </p:sp>
      <p:sp>
        <p:nvSpPr>
          <p:cNvPr id="191496" name="Rectangle 8">
            <a:extLst>
              <a:ext uri="{FF2B5EF4-FFF2-40B4-BE49-F238E27FC236}">
                <a16:creationId xmlns:a16="http://schemas.microsoft.com/office/drawing/2014/main" id="{D397A020-848D-DD44-A5F1-CFB5E9992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3" y="657225"/>
            <a:ext cx="851058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r>
              <a:rPr lang="en-US" altLang="x-none" sz="24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4646 manually placed ROIs – 23 regions in 202 subjects !</a:t>
            </a:r>
          </a:p>
        </p:txBody>
      </p:sp>
      <p:sp>
        <p:nvSpPr>
          <p:cNvPr id="180228" name="Rectangle 4">
            <a:extLst>
              <a:ext uri="{FF2B5EF4-FFF2-40B4-BE49-F238E27FC236}">
                <a16:creationId xmlns:a16="http://schemas.microsoft.com/office/drawing/2014/main" id="{0DBFDCAF-C1F8-3740-8C13-00CA9EB84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5" y="1695450"/>
            <a:ext cx="2308645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rgbClr val="FFFFFF"/>
                </a:solidFill>
                <a:latin typeface="Arial" panose="020B0604020202020204" pitchFamily="34" charset="0"/>
              </a:rPr>
              <a:t>ROIs by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rgbClr val="FFFFFF"/>
                </a:solidFill>
                <a:latin typeface="Arial" panose="020B0604020202020204" pitchFamily="34" charset="0"/>
              </a:rPr>
              <a:t> Lindsay Walker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endParaRPr lang="en-US" altLang="en-US" sz="20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rgbClr val="FFFFFF"/>
                </a:solidFill>
                <a:latin typeface="Arial" panose="020B0604020202020204" pitchFamily="34" charset="0"/>
              </a:rPr>
              <a:t>Lebel et al, 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dirty="0">
                <a:solidFill>
                  <a:srgbClr val="FFFFFF"/>
                </a:solidFill>
                <a:latin typeface="Arial" panose="020B0604020202020204" pitchFamily="34" charset="0"/>
              </a:rPr>
              <a:t>Neuroimage 2008</a:t>
            </a:r>
          </a:p>
        </p:txBody>
      </p:sp>
      <p:pic>
        <p:nvPicPr>
          <p:cNvPr id="180229" name="Picture 5" descr="ROIage.gif">
            <a:extLst>
              <a:ext uri="{FF2B5EF4-FFF2-40B4-BE49-F238E27FC236}">
                <a16:creationId xmlns:a16="http://schemas.microsoft.com/office/drawing/2014/main" id="{BFBB896F-02E1-FF43-AB80-2AD544C8F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68538" y="1135063"/>
            <a:ext cx="6875462" cy="572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0230" name="TextBox 5">
            <a:extLst>
              <a:ext uri="{FF2B5EF4-FFF2-40B4-BE49-F238E27FC236}">
                <a16:creationId xmlns:a16="http://schemas.microsoft.com/office/drawing/2014/main" id="{2F92A5FE-140D-2140-87F3-19C54B51FE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42000"/>
            <a:ext cx="22923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SzPct val="10000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solidFill>
                  <a:srgbClr val="FFFFFF"/>
                </a:solidFill>
              </a:rPr>
              <a:t>Courtesy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solidFill>
                  <a:srgbClr val="FFFFFF"/>
                </a:solidFill>
              </a:rPr>
              <a:t>Christian Beaulieu –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solidFill>
                  <a:srgbClr val="FFFFFF"/>
                </a:solidFill>
              </a:rPr>
              <a:t>Alberta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Rectangle 5" descr="Large confetti">
            <a:extLst>
              <a:ext uri="{FF2B5EF4-FFF2-40B4-BE49-F238E27FC236}">
                <a16:creationId xmlns:a16="http://schemas.microsoft.com/office/drawing/2014/main" id="{6C1E6652-2DA1-2E48-8DFD-DD6CE7FD89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213" y="165100"/>
            <a:ext cx="7337425" cy="93345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DTI of Corpus Callosum in Autism</a:t>
            </a:r>
          </a:p>
        </p:txBody>
      </p:sp>
      <p:sp>
        <p:nvSpPr>
          <p:cNvPr id="182274" name="Rectangle 6">
            <a:extLst>
              <a:ext uri="{FF2B5EF4-FFF2-40B4-BE49-F238E27FC236}">
                <a16:creationId xmlns:a16="http://schemas.microsoft.com/office/drawing/2014/main" id="{56D05472-DE8A-D749-841F-9347BE6E6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13" y="1112838"/>
            <a:ext cx="5470525" cy="88900"/>
          </a:xfrm>
          <a:prstGeom prst="rect">
            <a:avLst/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82275" name="Rectangle 7">
            <a:extLst>
              <a:ext uri="{FF2B5EF4-FFF2-40B4-BE49-F238E27FC236}">
                <a16:creationId xmlns:a16="http://schemas.microsoft.com/office/drawing/2014/main" id="{9068E236-FFAE-4344-8AED-1940782F1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1876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82276" name="Rectangle 10">
            <a:extLst>
              <a:ext uri="{FF2B5EF4-FFF2-40B4-BE49-F238E27FC236}">
                <a16:creationId xmlns:a16="http://schemas.microsoft.com/office/drawing/2014/main" id="{7DDD6811-B826-BE42-9413-3FD03DCBC3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563" y="3557588"/>
            <a:ext cx="3476625" cy="13668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rgbClr val="361B00"/>
              </a:buClr>
              <a:buFont typeface="Wingdings" pitchFamily="2" charset="2"/>
              <a:buChar char="Ø"/>
            </a:pPr>
            <a:r>
              <a:rPr lang="en-US" altLang="en-US" sz="1800" b="0">
                <a:solidFill>
                  <a:srgbClr val="402000"/>
                </a:solidFill>
                <a:latin typeface="Optima" panose="02000503060000020004" pitchFamily="2" charset="0"/>
              </a:rPr>
              <a:t>Corpus Callosum in Autism:</a:t>
            </a:r>
          </a:p>
          <a:p>
            <a:pPr lvl="1" eaLnBrk="1" hangingPunct="1">
              <a:buClr>
                <a:srgbClr val="361B00"/>
              </a:buClr>
              <a:buFont typeface="Wingdings" pitchFamily="2" charset="2"/>
              <a:buChar char="§"/>
            </a:pPr>
            <a:r>
              <a:rPr lang="en-US" altLang="en-US" sz="1600" b="0">
                <a:solidFill>
                  <a:srgbClr val="402000"/>
                </a:solidFill>
                <a:latin typeface="Optima" panose="02000503060000020004" pitchFamily="2" charset="0"/>
              </a:rPr>
              <a:t>Anisotropy reduced</a:t>
            </a:r>
          </a:p>
          <a:p>
            <a:pPr lvl="1" eaLnBrk="1" hangingPunct="1">
              <a:buClr>
                <a:srgbClr val="361B00"/>
              </a:buClr>
              <a:buFont typeface="Wingdings" pitchFamily="2" charset="2"/>
              <a:buChar char="§"/>
            </a:pPr>
            <a:r>
              <a:rPr lang="en-US" altLang="en-US" sz="1600" b="0">
                <a:solidFill>
                  <a:srgbClr val="402000"/>
                </a:solidFill>
                <a:latin typeface="Optima" panose="02000503060000020004" pitchFamily="2" charset="0"/>
              </a:rPr>
              <a:t>Mean diffusivity increased</a:t>
            </a:r>
          </a:p>
          <a:p>
            <a:pPr lvl="1" eaLnBrk="1" hangingPunct="1">
              <a:buClr>
                <a:srgbClr val="361B00"/>
              </a:buClr>
              <a:buFont typeface="Wingdings" pitchFamily="2" charset="2"/>
              <a:buChar char="§"/>
            </a:pPr>
            <a:r>
              <a:rPr lang="en-US" altLang="en-US" sz="1600" b="0">
                <a:solidFill>
                  <a:srgbClr val="402000"/>
                </a:solidFill>
                <a:latin typeface="Optima" panose="02000503060000020004" pitchFamily="2" charset="0"/>
              </a:rPr>
              <a:t>Volume decreased</a:t>
            </a:r>
          </a:p>
        </p:txBody>
      </p:sp>
      <p:pic>
        <p:nvPicPr>
          <p:cNvPr id="182277" name="Picture 12">
            <a:extLst>
              <a:ext uri="{FF2B5EF4-FFF2-40B4-BE49-F238E27FC236}">
                <a16:creationId xmlns:a16="http://schemas.microsoft.com/office/drawing/2014/main" id="{F7D4A6F3-7F87-144C-84CB-61BC1A979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4345"/>
          <a:stretch>
            <a:fillRect/>
          </a:stretch>
        </p:blipFill>
        <p:spPr bwMode="auto">
          <a:xfrm>
            <a:off x="436563" y="1355725"/>
            <a:ext cx="4860925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8" name="TextBox 14">
            <a:extLst>
              <a:ext uri="{FF2B5EF4-FFF2-40B4-BE49-F238E27FC236}">
                <a16:creationId xmlns:a16="http://schemas.microsoft.com/office/drawing/2014/main" id="{2FE75BAA-BA65-5949-87C2-38D1550C7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0" y="6396038"/>
            <a:ext cx="3724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solidFill>
                  <a:srgbClr val="20374E"/>
                </a:solidFill>
              </a:rPr>
              <a:t>Alexander et al. Neuroimage 2007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65D1B68-5D49-0449-A5AE-DFE6955A7EC6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5021263"/>
          <a:ext cx="4341813" cy="1652589"/>
        </p:xfrm>
        <a:graphic>
          <a:graphicData uri="http://schemas.openxmlformats.org/drawingml/2006/table">
            <a:tbl>
              <a:tblPr/>
              <a:tblGrid>
                <a:gridCol w="585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8021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Control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Autism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021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mean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std dev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mean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std dev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436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021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MD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0.579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0.024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0.552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0.037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 &lt; 0.001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021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021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0.807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0.023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0.833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0.037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00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p &lt; 0.001</a:t>
                      </a: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048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700" marR="12700" marT="1268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82322" name="Picture 10" descr="favol_36591_wm_masked_sag">
            <a:extLst>
              <a:ext uri="{FF2B5EF4-FFF2-40B4-BE49-F238E27FC236}">
                <a16:creationId xmlns:a16="http://schemas.microsoft.com/office/drawing/2014/main" id="{41D54AF2-D9AB-D346-946B-67EC387C3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67350" y="1371600"/>
            <a:ext cx="3263900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Rectangle 5" descr="Large confetti">
            <a:extLst>
              <a:ext uri="{FF2B5EF4-FFF2-40B4-BE49-F238E27FC236}">
                <a16:creationId xmlns:a16="http://schemas.microsoft.com/office/drawing/2014/main" id="{23AD4A22-FD1E-CF45-8094-F7A0FBDDC7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8213" y="165100"/>
            <a:ext cx="7337425" cy="933450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361B00"/>
                </a:solidFill>
                <a:latin typeface="Optima" panose="02000503060000020004" pitchFamily="2" charset="0"/>
                <a:ea typeface="ＭＳ Ｐゴシック" panose="020B0600070205080204" pitchFamily="34" charset="-128"/>
              </a:rPr>
              <a:t>DTI of Corpus Callosum Effect Sizes</a:t>
            </a:r>
          </a:p>
        </p:txBody>
      </p:sp>
      <p:sp>
        <p:nvSpPr>
          <p:cNvPr id="184322" name="Rectangle 7">
            <a:extLst>
              <a:ext uri="{FF2B5EF4-FFF2-40B4-BE49-F238E27FC236}">
                <a16:creationId xmlns:a16="http://schemas.microsoft.com/office/drawing/2014/main" id="{62EEAC46-95D1-A048-9604-9E7AB7DB7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900" y="1876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2400" b="0">
              <a:solidFill>
                <a:srgbClr val="20374E"/>
              </a:solidFill>
            </a:endParaRPr>
          </a:p>
        </p:txBody>
      </p:sp>
      <p:sp>
        <p:nvSpPr>
          <p:cNvPr id="184323" name="TextBox 14">
            <a:extLst>
              <a:ext uri="{FF2B5EF4-FFF2-40B4-BE49-F238E27FC236}">
                <a16:creationId xmlns:a16="http://schemas.microsoft.com/office/drawing/2014/main" id="{2E4AF411-18C6-1B46-BF1C-226ED91DC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6351588"/>
            <a:ext cx="37242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000" b="0">
                <a:solidFill>
                  <a:srgbClr val="20374E"/>
                </a:solidFill>
              </a:rPr>
              <a:t>Alexander et al. Neuroimage 2007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E7B300-B3A2-B643-898E-16626C5E7210}"/>
              </a:ext>
            </a:extLst>
          </p:cNvPr>
          <p:cNvGraphicFramePr>
            <a:graphicFrameLocks noGrp="1"/>
          </p:cNvGraphicFramePr>
          <p:nvPr/>
        </p:nvGraphicFramePr>
        <p:xfrm>
          <a:off x="1565275" y="2244725"/>
          <a:ext cx="4346575" cy="2892906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8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3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Control   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 - Autism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174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Mean Difference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Standard Deviation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3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3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MD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-0.027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0.030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3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 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3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FA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0.026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x-non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-128"/>
                        </a:rPr>
                        <a:t>0.030</a:t>
                      </a: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375"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457200" eaLnBrk="0" hangingPunct="0">
                        <a:spcBef>
                          <a:spcPct val="20000"/>
                        </a:spcBef>
                        <a:buSzPct val="85000"/>
                        <a:defRPr sz="28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1pPr>
                      <a:lvl2pPr marL="742950" indent="-285750" defTabSz="45720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0000"/>
                        <a:buFont typeface="Wingdings" charset="2"/>
                        <a:defRPr sz="24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2pPr>
                      <a:lvl3pPr marL="11430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 sz="2000"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3pPr>
                      <a:lvl4pPr marL="1600200" indent="-228600" defTabSz="457200" eaLnBrk="0" hangingPunct="0">
                        <a:spcBef>
                          <a:spcPct val="20000"/>
                        </a:spcBef>
                        <a:buSzPct val="70000"/>
                        <a:buFont typeface="Wingdings" charset="2"/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4pPr>
                      <a:lvl5pPr marL="2057400" indent="-228600" defTabSz="4572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charset="0"/>
                          <a:ea typeface="ＭＳ Ｐゴシック" charset="-128"/>
                        </a:defRPr>
                      </a:lvl9pPr>
                    </a:lstStyle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x-none" altLang="x-none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-128"/>
                      </a:endParaRPr>
                    </a:p>
                  </a:txBody>
                  <a:tcPr marL="12698" marR="12698" marT="12678" marB="0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4346" name="TextBox 1">
            <a:extLst>
              <a:ext uri="{FF2B5EF4-FFF2-40B4-BE49-F238E27FC236}">
                <a16:creationId xmlns:a16="http://schemas.microsoft.com/office/drawing/2014/main" id="{A2B1BB73-62B2-1143-8101-A303EC791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1263" y="5503863"/>
            <a:ext cx="6654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b="0">
                <a:solidFill>
                  <a:srgbClr val="20374E"/>
                </a:solidFill>
                <a:latin typeface="Arial" panose="020B0604020202020204" pitchFamily="34" charset="0"/>
              </a:rPr>
              <a:t>Effect sizes are usually small in DTI</a:t>
            </a:r>
          </a:p>
        </p:txBody>
      </p:sp>
      <p:sp>
        <p:nvSpPr>
          <p:cNvPr id="184347" name="TextBox 1">
            <a:extLst>
              <a:ext uri="{FF2B5EF4-FFF2-40B4-BE49-F238E27FC236}">
                <a16:creationId xmlns:a16="http://schemas.microsoft.com/office/drawing/2014/main" id="{12DE825B-9EDC-7941-99DE-0ED5DB97EB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8613" y="2671763"/>
            <a:ext cx="180975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800" u="sng"/>
              <a:t>Effect Size</a:t>
            </a:r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endParaRPr lang="en-US" altLang="en-US" sz="2800"/>
          </a:p>
          <a:p>
            <a:pPr algn="ctr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800"/>
              <a:t>Diff/StD</a:t>
            </a:r>
          </a:p>
        </p:txBody>
      </p:sp>
      <p:sp>
        <p:nvSpPr>
          <p:cNvPr id="184348" name="Rectangle 1">
            <a:extLst>
              <a:ext uri="{FF2B5EF4-FFF2-40B4-BE49-F238E27FC236}">
                <a16:creationId xmlns:a16="http://schemas.microsoft.com/office/drawing/2014/main" id="{7FCB56C1-DD91-AD43-94FF-0613A144B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2238" y="2244725"/>
            <a:ext cx="2286000" cy="20986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SzPct val="85000"/>
              <a:buBlip>
                <a:blip r:embed="rId3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sz="2400" b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Title 1" descr="Large confetti">
            <a:extLst>
              <a:ext uri="{FF2B5EF4-FFF2-40B4-BE49-F238E27FC236}">
                <a16:creationId xmlns:a16="http://schemas.microsoft.com/office/drawing/2014/main" id="{81700F1D-6C63-9042-9557-ACCACF80D5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84163"/>
            <a:ext cx="7772400" cy="1143000"/>
          </a:xfrm>
        </p:spPr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Template-Based ROIs</a:t>
            </a:r>
          </a:p>
        </p:txBody>
      </p:sp>
      <p:sp>
        <p:nvSpPr>
          <p:cNvPr id="186370" name="Content Placeholder 2">
            <a:extLst>
              <a:ext uri="{FF2B5EF4-FFF2-40B4-BE49-F238E27FC236}">
                <a16:creationId xmlns:a16="http://schemas.microsoft.com/office/drawing/2014/main" id="{0C28720E-4732-0A43-B868-2B577475E6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7388" y="1531938"/>
            <a:ext cx="7772400" cy="19145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>
                <a:ea typeface="ＭＳ Ｐゴシック" panose="020B0600070205080204" pitchFamily="34" charset="-128"/>
              </a:rPr>
              <a:t>Spatially Normalize Anatomical Template to Native DTI Data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ea typeface="ＭＳ Ｐゴシック" panose="020B0600070205080204" pitchFamily="34" charset="-128"/>
              </a:rPr>
              <a:t>Requires Accurate Nonlinear (e.g., Diffeomorphic) Normalization</a:t>
            </a:r>
            <a:endParaRPr lang="en-US" altLang="en-US" sz="2000">
              <a:ea typeface="ＭＳ Ｐゴシック" panose="020B0600070205080204" pitchFamily="34" charset="-128"/>
            </a:endParaRPr>
          </a:p>
        </p:txBody>
      </p:sp>
      <p:pic>
        <p:nvPicPr>
          <p:cNvPr id="186373" name="Picture 6">
            <a:extLst>
              <a:ext uri="{FF2B5EF4-FFF2-40B4-BE49-F238E27FC236}">
                <a16:creationId xmlns:a16="http://schemas.microsoft.com/office/drawing/2014/main" id="{ECBAD486-6A76-D34F-85CC-1810A8C8F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51238" y="3338513"/>
            <a:ext cx="5308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4" name="Rectangle 7">
            <a:extLst>
              <a:ext uri="{FF2B5EF4-FFF2-40B4-BE49-F238E27FC236}">
                <a16:creationId xmlns:a16="http://schemas.microsoft.com/office/drawing/2014/main" id="{9EAAE42F-EA32-C34A-91BE-F5ECAACBB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50" y="5829300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85000"/>
              <a:buBlip>
                <a:blip r:embed="rId4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1200" b="0">
                <a:solidFill>
                  <a:srgbClr val="20374E"/>
                </a:solidFill>
              </a:rPr>
              <a:t>S. Mori, S. Wakana, L.M. Nagae-Poetscher, and P.C.M. van Zijl, MRI Atlas of Human White Matter, Elsevier, B.V., Amsterdam, 2005; ISBN:0-444-51741-3</a:t>
            </a:r>
          </a:p>
        </p:txBody>
      </p:sp>
      <p:sp>
        <p:nvSpPr>
          <p:cNvPr id="186375" name="Content Placeholder 2">
            <a:extLst>
              <a:ext uri="{FF2B5EF4-FFF2-40B4-BE49-F238E27FC236}">
                <a16:creationId xmlns:a16="http://schemas.microsoft.com/office/drawing/2014/main" id="{58CDB89B-6B5F-064D-BD58-AA7985E9E391}"/>
              </a:ext>
            </a:extLst>
          </p:cNvPr>
          <p:cNvSpPr txBox="1">
            <a:spLocks/>
          </p:cNvSpPr>
          <p:nvPr/>
        </p:nvSpPr>
        <p:spPr bwMode="auto">
          <a:xfrm>
            <a:off x="684213" y="3509963"/>
            <a:ext cx="2840037" cy="191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SzPct val="85000"/>
              <a:buBlip>
                <a:blip r:embed="rId4"/>
              </a:buBlip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Aft>
                <a:spcPts val="600"/>
              </a:spcAft>
            </a:pPr>
            <a:r>
              <a:rPr lang="en-US" altLang="en-US" sz="2400" b="0">
                <a:solidFill>
                  <a:srgbClr val="20374E"/>
                </a:solidFill>
              </a:rPr>
              <a:t>Misregistration – quantitative errors</a:t>
            </a:r>
          </a:p>
          <a:p>
            <a:pPr>
              <a:spcAft>
                <a:spcPts val="600"/>
              </a:spcAft>
            </a:pPr>
            <a:r>
              <a:rPr lang="en-US" altLang="en-US" sz="2400" b="0">
                <a:solidFill>
                  <a:srgbClr val="20374E"/>
                </a:solidFill>
              </a:rPr>
              <a:t>Automated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Title 1" descr="Large confetti">
            <a:extLst>
              <a:ext uri="{FF2B5EF4-FFF2-40B4-BE49-F238E27FC236}">
                <a16:creationId xmlns:a16="http://schemas.microsoft.com/office/drawing/2014/main" id="{34E463E7-B078-C14F-B2F1-0C03FCDB8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6725" y="0"/>
            <a:ext cx="7772400" cy="1143000"/>
          </a:xfrm>
        </p:spPr>
        <p:txBody>
          <a:bodyPr/>
          <a:lstStyle/>
          <a:p>
            <a:r>
              <a:rPr lang="en-US" altLang="en-US" b="1">
                <a:ea typeface="ＭＳ Ｐゴシック" panose="020B0600070205080204" pitchFamily="34" charset="-128"/>
              </a:rPr>
              <a:t>DTI Tractography Analysis</a:t>
            </a:r>
          </a:p>
        </p:txBody>
      </p:sp>
      <p:sp>
        <p:nvSpPr>
          <p:cNvPr id="187394" name="Content Placeholder 2">
            <a:extLst>
              <a:ext uri="{FF2B5EF4-FFF2-40B4-BE49-F238E27FC236}">
                <a16:creationId xmlns:a16="http://schemas.microsoft.com/office/drawing/2014/main" id="{9425CD22-17D9-5A4D-BC88-4AE72279C0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1175" y="1219200"/>
            <a:ext cx="7772400" cy="406558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sz="2400">
                <a:latin typeface="Optima" panose="02000503060000020004" pitchFamily="2" charset="0"/>
                <a:ea typeface="ＭＳ Ｐゴシック" panose="020B0600070205080204" pitchFamily="34" charset="-128"/>
              </a:rPr>
              <a:t>Tract Specific Analysis (objective in many cases)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latin typeface="Optima" panose="02000503060000020004" pitchFamily="2" charset="0"/>
                <a:ea typeface="ＭＳ Ｐゴシック" panose="020B0600070205080204" pitchFamily="34" charset="-128"/>
              </a:rPr>
              <a:t>Similar to ROI analyses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latin typeface="Optima" panose="02000503060000020004" pitchFamily="2" charset="0"/>
                <a:ea typeface="ＭＳ Ｐゴシック" panose="020B0600070205080204" pitchFamily="34" charset="-128"/>
              </a:rPr>
              <a:t>Requires Skill with Tractography Tools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latin typeface="Optima" panose="02000503060000020004" pitchFamily="2" charset="0"/>
                <a:ea typeface="ＭＳ Ｐゴシック" panose="020B0600070205080204" pitchFamily="34" charset="-128"/>
              </a:rPr>
              <a:t>Time-consuming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latin typeface="Optima" panose="02000503060000020004" pitchFamily="2" charset="0"/>
                <a:ea typeface="ＭＳ Ｐゴシック" panose="020B0600070205080204" pitchFamily="34" charset="-128"/>
              </a:rPr>
              <a:t>Sensitive to DTI Errors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latin typeface="Optima" panose="02000503060000020004" pitchFamily="2" charset="0"/>
                <a:ea typeface="ＭＳ Ｐゴシック" panose="020B0600070205080204" pitchFamily="34" charset="-128"/>
              </a:rPr>
              <a:t>Sensitive to Crossing WM Tracts</a:t>
            </a:r>
          </a:p>
          <a:p>
            <a:pPr lvl="1">
              <a:spcAft>
                <a:spcPts val="600"/>
              </a:spcAft>
            </a:pPr>
            <a:r>
              <a:rPr lang="en-US" altLang="en-US" sz="2000">
                <a:latin typeface="Optima" panose="02000503060000020004" pitchFamily="2" charset="0"/>
                <a:ea typeface="ＭＳ Ｐゴシック" panose="020B0600070205080204" pitchFamily="34" charset="-128"/>
              </a:rPr>
              <a:t>HARDI, QBI, DSI, etc.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latin typeface="Optima" panose="02000503060000020004" pitchFamily="2" charset="0"/>
                <a:ea typeface="ＭＳ Ｐゴシック" panose="020B0600070205080204" pitchFamily="34" charset="-128"/>
              </a:rPr>
              <a:t>How to weight tract trunk versus branches?</a:t>
            </a:r>
          </a:p>
          <a:p>
            <a:pPr>
              <a:spcAft>
                <a:spcPts val="600"/>
              </a:spcAft>
            </a:pPr>
            <a:r>
              <a:rPr lang="en-US" altLang="en-US" sz="2400">
                <a:latin typeface="Optima" panose="02000503060000020004" pitchFamily="2" charset="0"/>
                <a:ea typeface="ＭＳ Ｐゴシック" panose="020B0600070205080204" pitchFamily="34" charset="-128"/>
              </a:rPr>
              <a:t>What to do with Erroneous Tracts</a:t>
            </a:r>
          </a:p>
          <a:p>
            <a:pPr lvl="1">
              <a:spcAft>
                <a:spcPts val="600"/>
              </a:spcAft>
            </a:pPr>
            <a:r>
              <a:rPr lang="en-US" altLang="en-US" sz="1600">
                <a:latin typeface="Optima" panose="02000503060000020004" pitchFamily="2" charset="0"/>
                <a:ea typeface="ＭＳ Ｐゴシック" panose="020B0600070205080204" pitchFamily="34" charset="-128"/>
              </a:rPr>
              <a:t>May throw away important data</a:t>
            </a:r>
          </a:p>
          <a:p>
            <a:pPr>
              <a:spcAft>
                <a:spcPts val="600"/>
              </a:spcAft>
            </a:pPr>
            <a:endParaRPr lang="en-US" altLang="en-US" sz="2000">
              <a:latin typeface="Optima" panose="02000503060000020004" pitchFamily="2" charset="0"/>
              <a:ea typeface="ＭＳ Ｐゴシック" panose="020B0600070205080204" pitchFamily="34" charset="-128"/>
            </a:endParaRPr>
          </a:p>
        </p:txBody>
      </p:sp>
      <p:pic>
        <p:nvPicPr>
          <p:cNvPr id="187397" name="Picture 11" descr="img1">
            <a:extLst>
              <a:ext uri="{FF2B5EF4-FFF2-40B4-BE49-F238E27FC236}">
                <a16:creationId xmlns:a16="http://schemas.microsoft.com/office/drawing/2014/main" id="{5B63D867-1A30-1A46-A5BF-CA0350EBC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38775" y="2789238"/>
            <a:ext cx="3389313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C8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">
            <a:extLst>
              <a:ext uri="{FF2B5EF4-FFF2-40B4-BE49-F238E27FC236}">
                <a16:creationId xmlns:a16="http://schemas.microsoft.com/office/drawing/2014/main" id="{38662EEE-EB6E-9F4B-AFB9-30F1BF416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975" y="28575"/>
            <a:ext cx="8032750" cy="584200"/>
          </a:xfrm>
          <a:prstGeom prst="rect">
            <a:avLst/>
          </a:prstGeom>
          <a:noFill/>
          <a:ln>
            <a:noFill/>
          </a:ln>
          <a:effectLst>
            <a:outerShdw blurRad="63500" dist="107763" dir="2700000" algn="ctr" rotWithShape="0">
              <a:srgbClr val="000000">
                <a:alpha val="7499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3" tIns="44448" rIns="90483" bIns="44448" anchor="ctr"/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9pPr>
          </a:lstStyle>
          <a:p>
            <a:pPr algn="ctr" eaLnBrk="1" hangingPunct="1">
              <a:defRPr/>
            </a:pPr>
            <a:r>
              <a:rPr lang="en-US" altLang="x-none" sz="3600">
                <a:solidFill>
                  <a:srgbClr val="FAFD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Tractography-Based Analysis</a:t>
            </a:r>
          </a:p>
        </p:txBody>
      </p:sp>
      <p:grpSp>
        <p:nvGrpSpPr>
          <p:cNvPr id="188419" name="Group 246">
            <a:extLst>
              <a:ext uri="{FF2B5EF4-FFF2-40B4-BE49-F238E27FC236}">
                <a16:creationId xmlns:a16="http://schemas.microsoft.com/office/drawing/2014/main" id="{20532427-4132-8542-91C9-5BD02367DACD}"/>
              </a:ext>
            </a:extLst>
          </p:cNvPr>
          <p:cNvGrpSpPr>
            <a:grpSpLocks/>
          </p:cNvGrpSpPr>
          <p:nvPr/>
        </p:nvGrpSpPr>
        <p:grpSpPr bwMode="auto">
          <a:xfrm>
            <a:off x="601663" y="3709988"/>
            <a:ext cx="8072437" cy="3151187"/>
            <a:chOff x="805733" y="3379207"/>
            <a:chExt cx="8072189" cy="3150632"/>
          </a:xfrm>
        </p:grpSpPr>
        <p:sp>
          <p:nvSpPr>
            <p:cNvPr id="188426" name="Rectangle 11">
              <a:extLst>
                <a:ext uri="{FF2B5EF4-FFF2-40B4-BE49-F238E27FC236}">
                  <a16:creationId xmlns:a16="http://schemas.microsoft.com/office/drawing/2014/main" id="{405BE42E-BA7F-3D47-9CFE-6D5F8281D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3300" y="3672895"/>
              <a:ext cx="2971800" cy="224155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27" name="Rectangle 12" descr="20%">
              <a:extLst>
                <a:ext uri="{FF2B5EF4-FFF2-40B4-BE49-F238E27FC236}">
                  <a16:creationId xmlns:a16="http://schemas.microsoft.com/office/drawing/2014/main" id="{BEE1BEE4-522F-8A48-A0EA-82AFF3844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3212" y="3668132"/>
              <a:ext cx="1127125" cy="2239963"/>
            </a:xfrm>
            <a:prstGeom prst="rect">
              <a:avLst/>
            </a:prstGeom>
            <a:blipFill dpi="0" rotWithShape="0">
              <a:blip r:embed="rId4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28" name="Rectangle 13" descr="5%">
              <a:extLst>
                <a:ext uri="{FF2B5EF4-FFF2-40B4-BE49-F238E27FC236}">
                  <a16:creationId xmlns:a16="http://schemas.microsoft.com/office/drawing/2014/main" id="{95B1F618-F4D4-2245-A774-3A90E1170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5837" y="3668132"/>
              <a:ext cx="606425" cy="2239963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ja-JP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29" name="Freeform 14">
              <a:extLst>
                <a:ext uri="{FF2B5EF4-FFF2-40B4-BE49-F238E27FC236}">
                  <a16:creationId xmlns:a16="http://schemas.microsoft.com/office/drawing/2014/main" id="{CEBAB56D-EDB0-9F46-AD2E-AD7DD583D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6025" y="4963532"/>
              <a:ext cx="196850" cy="42863"/>
            </a:xfrm>
            <a:custGeom>
              <a:avLst/>
              <a:gdLst>
                <a:gd name="T0" fmla="*/ 2147483646 w 304"/>
                <a:gd name="T1" fmla="*/ 2147483646 h 63"/>
                <a:gd name="T2" fmla="*/ 0 w 304"/>
                <a:gd name="T3" fmla="*/ 2147483646 h 63"/>
                <a:gd name="T4" fmla="*/ 0 w 304"/>
                <a:gd name="T5" fmla="*/ 2147483646 h 63"/>
                <a:gd name="T6" fmla="*/ 2147483646 w 304"/>
                <a:gd name="T7" fmla="*/ 0 h 63"/>
                <a:gd name="T8" fmla="*/ 2147483646 w 304"/>
                <a:gd name="T9" fmla="*/ 0 h 63"/>
                <a:gd name="T10" fmla="*/ 2147483646 w 304"/>
                <a:gd name="T11" fmla="*/ 2147483646 h 63"/>
                <a:gd name="T12" fmla="*/ 2147483646 w 304"/>
                <a:gd name="T13" fmla="*/ 2147483646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4"/>
                <a:gd name="T22" fmla="*/ 0 h 63"/>
                <a:gd name="T23" fmla="*/ 304 w 304"/>
                <a:gd name="T24" fmla="*/ 63 h 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4" h="63">
                  <a:moveTo>
                    <a:pt x="33" y="63"/>
                  </a:moveTo>
                  <a:lnTo>
                    <a:pt x="0" y="63"/>
                  </a:lnTo>
                  <a:lnTo>
                    <a:pt x="0" y="30"/>
                  </a:lnTo>
                  <a:lnTo>
                    <a:pt x="273" y="0"/>
                  </a:lnTo>
                  <a:lnTo>
                    <a:pt x="304" y="0"/>
                  </a:lnTo>
                  <a:lnTo>
                    <a:pt x="304" y="30"/>
                  </a:lnTo>
                  <a:lnTo>
                    <a:pt x="33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0" name="Freeform 15">
              <a:extLst>
                <a:ext uri="{FF2B5EF4-FFF2-40B4-BE49-F238E27FC236}">
                  <a16:creationId xmlns:a16="http://schemas.microsoft.com/office/drawing/2014/main" id="{497B3304-84EE-4549-849F-131B7B34AB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237" y="4879395"/>
              <a:ext cx="206375" cy="104775"/>
            </a:xfrm>
            <a:custGeom>
              <a:avLst/>
              <a:gdLst>
                <a:gd name="T0" fmla="*/ 2147483646 w 318"/>
                <a:gd name="T1" fmla="*/ 2147483646 h 159"/>
                <a:gd name="T2" fmla="*/ 0 w 318"/>
                <a:gd name="T3" fmla="*/ 2147483646 h 159"/>
                <a:gd name="T4" fmla="*/ 0 w 318"/>
                <a:gd name="T5" fmla="*/ 2147483646 h 159"/>
                <a:gd name="T6" fmla="*/ 2147483646 w 318"/>
                <a:gd name="T7" fmla="*/ 0 h 159"/>
                <a:gd name="T8" fmla="*/ 2147483646 w 318"/>
                <a:gd name="T9" fmla="*/ 0 h 159"/>
                <a:gd name="T10" fmla="*/ 2147483646 w 318"/>
                <a:gd name="T11" fmla="*/ 2147483646 h 159"/>
                <a:gd name="T12" fmla="*/ 2147483646 w 318"/>
                <a:gd name="T13" fmla="*/ 2147483646 h 1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8"/>
                <a:gd name="T22" fmla="*/ 0 h 159"/>
                <a:gd name="T23" fmla="*/ 318 w 318"/>
                <a:gd name="T24" fmla="*/ 159 h 15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8" h="159">
                  <a:moveTo>
                    <a:pt x="31" y="159"/>
                  </a:moveTo>
                  <a:lnTo>
                    <a:pt x="0" y="159"/>
                  </a:lnTo>
                  <a:lnTo>
                    <a:pt x="0" y="129"/>
                  </a:lnTo>
                  <a:lnTo>
                    <a:pt x="288" y="0"/>
                  </a:lnTo>
                  <a:lnTo>
                    <a:pt x="318" y="0"/>
                  </a:lnTo>
                  <a:lnTo>
                    <a:pt x="318" y="33"/>
                  </a:lnTo>
                  <a:lnTo>
                    <a:pt x="31" y="15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1" name="Freeform 16">
              <a:extLst>
                <a:ext uri="{FF2B5EF4-FFF2-40B4-BE49-F238E27FC236}">
                  <a16:creationId xmlns:a16="http://schemas.microsoft.com/office/drawing/2014/main" id="{47FDEE69-EAAF-3542-946A-75732E2EA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975" y="4755570"/>
              <a:ext cx="196850" cy="146050"/>
            </a:xfrm>
            <a:custGeom>
              <a:avLst/>
              <a:gdLst>
                <a:gd name="T0" fmla="*/ 2147483646 w 303"/>
                <a:gd name="T1" fmla="*/ 2147483646 h 225"/>
                <a:gd name="T2" fmla="*/ 0 w 303"/>
                <a:gd name="T3" fmla="*/ 2147483646 h 225"/>
                <a:gd name="T4" fmla="*/ 0 w 303"/>
                <a:gd name="T5" fmla="*/ 2147483646 h 225"/>
                <a:gd name="T6" fmla="*/ 2147483646 w 303"/>
                <a:gd name="T7" fmla="*/ 0 h 225"/>
                <a:gd name="T8" fmla="*/ 2147483646 w 303"/>
                <a:gd name="T9" fmla="*/ 0 h 225"/>
                <a:gd name="T10" fmla="*/ 2147483646 w 303"/>
                <a:gd name="T11" fmla="*/ 2147483646 h 225"/>
                <a:gd name="T12" fmla="*/ 2147483646 w 303"/>
                <a:gd name="T13" fmla="*/ 2147483646 h 2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225"/>
                <a:gd name="T23" fmla="*/ 303 w 303"/>
                <a:gd name="T24" fmla="*/ 225 h 22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225">
                  <a:moveTo>
                    <a:pt x="30" y="225"/>
                  </a:moveTo>
                  <a:lnTo>
                    <a:pt x="0" y="225"/>
                  </a:lnTo>
                  <a:lnTo>
                    <a:pt x="0" y="192"/>
                  </a:lnTo>
                  <a:lnTo>
                    <a:pt x="270" y="0"/>
                  </a:lnTo>
                  <a:lnTo>
                    <a:pt x="303" y="0"/>
                  </a:lnTo>
                  <a:lnTo>
                    <a:pt x="303" y="32"/>
                  </a:lnTo>
                  <a:lnTo>
                    <a:pt x="30" y="2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2" name="Freeform 17">
              <a:extLst>
                <a:ext uri="{FF2B5EF4-FFF2-40B4-BE49-F238E27FC236}">
                  <a16:creationId xmlns:a16="http://schemas.microsoft.com/office/drawing/2014/main" id="{D202D040-372E-0E40-98FF-B9F848BD0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187" y="4755570"/>
              <a:ext cx="196850" cy="31750"/>
            </a:xfrm>
            <a:custGeom>
              <a:avLst/>
              <a:gdLst>
                <a:gd name="T0" fmla="*/ 0 w 306"/>
                <a:gd name="T1" fmla="*/ 2147483646 h 48"/>
                <a:gd name="T2" fmla="*/ 0 w 306"/>
                <a:gd name="T3" fmla="*/ 0 h 48"/>
                <a:gd name="T4" fmla="*/ 2147483646 w 306"/>
                <a:gd name="T5" fmla="*/ 0 h 48"/>
                <a:gd name="T6" fmla="*/ 2147483646 w 306"/>
                <a:gd name="T7" fmla="*/ 2147483646 h 48"/>
                <a:gd name="T8" fmla="*/ 2147483646 w 306"/>
                <a:gd name="T9" fmla="*/ 2147483646 h 48"/>
                <a:gd name="T10" fmla="*/ 2147483646 w 306"/>
                <a:gd name="T11" fmla="*/ 2147483646 h 48"/>
                <a:gd name="T12" fmla="*/ 0 w 306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6"/>
                <a:gd name="T22" fmla="*/ 0 h 48"/>
                <a:gd name="T23" fmla="*/ 306 w 306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6" h="48">
                  <a:moveTo>
                    <a:pt x="0" y="32"/>
                  </a:moveTo>
                  <a:lnTo>
                    <a:pt x="0" y="0"/>
                  </a:lnTo>
                  <a:lnTo>
                    <a:pt x="33" y="0"/>
                  </a:lnTo>
                  <a:lnTo>
                    <a:pt x="306" y="17"/>
                  </a:lnTo>
                  <a:lnTo>
                    <a:pt x="306" y="48"/>
                  </a:lnTo>
                  <a:lnTo>
                    <a:pt x="273" y="48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3" name="Freeform 18">
              <a:extLst>
                <a:ext uri="{FF2B5EF4-FFF2-40B4-BE49-F238E27FC236}">
                  <a16:creationId xmlns:a16="http://schemas.microsoft.com/office/drawing/2014/main" id="{A7EA6A90-4859-9244-A2B9-A485991A50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0400" y="4519032"/>
              <a:ext cx="196850" cy="268288"/>
            </a:xfrm>
            <a:custGeom>
              <a:avLst/>
              <a:gdLst>
                <a:gd name="T0" fmla="*/ 2147483646 w 303"/>
                <a:gd name="T1" fmla="*/ 2147483646 h 416"/>
                <a:gd name="T2" fmla="*/ 0 w 303"/>
                <a:gd name="T3" fmla="*/ 2147483646 h 416"/>
                <a:gd name="T4" fmla="*/ 0 w 303"/>
                <a:gd name="T5" fmla="*/ 2147483646 h 416"/>
                <a:gd name="T6" fmla="*/ 2147483646 w 303"/>
                <a:gd name="T7" fmla="*/ 0 h 416"/>
                <a:gd name="T8" fmla="*/ 2147483646 w 303"/>
                <a:gd name="T9" fmla="*/ 0 h 416"/>
                <a:gd name="T10" fmla="*/ 2147483646 w 303"/>
                <a:gd name="T11" fmla="*/ 2147483646 h 416"/>
                <a:gd name="T12" fmla="*/ 2147483646 w 303"/>
                <a:gd name="T13" fmla="*/ 2147483646 h 4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416"/>
                <a:gd name="T23" fmla="*/ 303 w 303"/>
                <a:gd name="T24" fmla="*/ 416 h 41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416">
                  <a:moveTo>
                    <a:pt x="33" y="416"/>
                  </a:moveTo>
                  <a:lnTo>
                    <a:pt x="0" y="416"/>
                  </a:lnTo>
                  <a:lnTo>
                    <a:pt x="0" y="385"/>
                  </a:lnTo>
                  <a:lnTo>
                    <a:pt x="273" y="0"/>
                  </a:lnTo>
                  <a:lnTo>
                    <a:pt x="303" y="0"/>
                  </a:lnTo>
                  <a:lnTo>
                    <a:pt x="303" y="33"/>
                  </a:lnTo>
                  <a:lnTo>
                    <a:pt x="33" y="4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4" name="Freeform 19">
              <a:extLst>
                <a:ext uri="{FF2B5EF4-FFF2-40B4-BE49-F238E27FC236}">
                  <a16:creationId xmlns:a16="http://schemas.microsoft.com/office/drawing/2014/main" id="{D9B1818B-E33A-9B48-BF71-331D11E27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6612" y="4290432"/>
              <a:ext cx="207963" cy="249238"/>
            </a:xfrm>
            <a:custGeom>
              <a:avLst/>
              <a:gdLst>
                <a:gd name="T0" fmla="*/ 2147483646 w 318"/>
                <a:gd name="T1" fmla="*/ 2147483646 h 385"/>
                <a:gd name="T2" fmla="*/ 0 w 318"/>
                <a:gd name="T3" fmla="*/ 2147483646 h 385"/>
                <a:gd name="T4" fmla="*/ 0 w 318"/>
                <a:gd name="T5" fmla="*/ 2147483646 h 385"/>
                <a:gd name="T6" fmla="*/ 2147483646 w 318"/>
                <a:gd name="T7" fmla="*/ 0 h 385"/>
                <a:gd name="T8" fmla="*/ 2147483646 w 318"/>
                <a:gd name="T9" fmla="*/ 0 h 385"/>
                <a:gd name="T10" fmla="*/ 2147483646 w 318"/>
                <a:gd name="T11" fmla="*/ 2147483646 h 385"/>
                <a:gd name="T12" fmla="*/ 2147483646 w 318"/>
                <a:gd name="T13" fmla="*/ 2147483646 h 3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8"/>
                <a:gd name="T22" fmla="*/ 0 h 385"/>
                <a:gd name="T23" fmla="*/ 318 w 318"/>
                <a:gd name="T24" fmla="*/ 385 h 3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8" h="385">
                  <a:moveTo>
                    <a:pt x="30" y="385"/>
                  </a:moveTo>
                  <a:lnTo>
                    <a:pt x="0" y="385"/>
                  </a:lnTo>
                  <a:lnTo>
                    <a:pt x="0" y="352"/>
                  </a:lnTo>
                  <a:lnTo>
                    <a:pt x="287" y="0"/>
                  </a:lnTo>
                  <a:lnTo>
                    <a:pt x="318" y="0"/>
                  </a:lnTo>
                  <a:lnTo>
                    <a:pt x="318" y="31"/>
                  </a:lnTo>
                  <a:lnTo>
                    <a:pt x="30" y="3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5" name="Freeform 20">
              <a:extLst>
                <a:ext uri="{FF2B5EF4-FFF2-40B4-BE49-F238E27FC236}">
                  <a16:creationId xmlns:a16="http://schemas.microsoft.com/office/drawing/2014/main" id="{27C1BD9A-7234-324A-AF38-06F14429B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3937" y="4290432"/>
              <a:ext cx="196850" cy="71438"/>
            </a:xfrm>
            <a:custGeom>
              <a:avLst/>
              <a:gdLst>
                <a:gd name="T0" fmla="*/ 0 w 304"/>
                <a:gd name="T1" fmla="*/ 2147483646 h 112"/>
                <a:gd name="T2" fmla="*/ 0 w 304"/>
                <a:gd name="T3" fmla="*/ 0 h 112"/>
                <a:gd name="T4" fmla="*/ 2147483646 w 304"/>
                <a:gd name="T5" fmla="*/ 0 h 112"/>
                <a:gd name="T6" fmla="*/ 2147483646 w 304"/>
                <a:gd name="T7" fmla="*/ 2147483646 h 112"/>
                <a:gd name="T8" fmla="*/ 2147483646 w 304"/>
                <a:gd name="T9" fmla="*/ 2147483646 h 112"/>
                <a:gd name="T10" fmla="*/ 2147483646 w 304"/>
                <a:gd name="T11" fmla="*/ 2147483646 h 112"/>
                <a:gd name="T12" fmla="*/ 0 w 304"/>
                <a:gd name="T13" fmla="*/ 21474836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4"/>
                <a:gd name="T22" fmla="*/ 0 h 112"/>
                <a:gd name="T23" fmla="*/ 304 w 304"/>
                <a:gd name="T24" fmla="*/ 112 h 1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4" h="112">
                  <a:moveTo>
                    <a:pt x="0" y="31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04" y="79"/>
                  </a:lnTo>
                  <a:lnTo>
                    <a:pt x="304" y="112"/>
                  </a:lnTo>
                  <a:lnTo>
                    <a:pt x="271" y="112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6" name="Freeform 21">
              <a:extLst>
                <a:ext uri="{FF2B5EF4-FFF2-40B4-BE49-F238E27FC236}">
                  <a16:creationId xmlns:a16="http://schemas.microsoft.com/office/drawing/2014/main" id="{A80C31D5-A8B2-D044-8E45-5B4D2072C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0150" y="4268207"/>
              <a:ext cx="196850" cy="93663"/>
            </a:xfrm>
            <a:custGeom>
              <a:avLst/>
              <a:gdLst>
                <a:gd name="T0" fmla="*/ 2147483646 w 305"/>
                <a:gd name="T1" fmla="*/ 2147483646 h 144"/>
                <a:gd name="T2" fmla="*/ 0 w 305"/>
                <a:gd name="T3" fmla="*/ 2147483646 h 144"/>
                <a:gd name="T4" fmla="*/ 0 w 305"/>
                <a:gd name="T5" fmla="*/ 2147483646 h 144"/>
                <a:gd name="T6" fmla="*/ 2147483646 w 305"/>
                <a:gd name="T7" fmla="*/ 0 h 144"/>
                <a:gd name="T8" fmla="*/ 2147483646 w 305"/>
                <a:gd name="T9" fmla="*/ 0 h 144"/>
                <a:gd name="T10" fmla="*/ 2147483646 w 305"/>
                <a:gd name="T11" fmla="*/ 2147483646 h 144"/>
                <a:gd name="T12" fmla="*/ 2147483646 w 305"/>
                <a:gd name="T13" fmla="*/ 2147483646 h 1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5"/>
                <a:gd name="T22" fmla="*/ 0 h 144"/>
                <a:gd name="T23" fmla="*/ 305 w 305"/>
                <a:gd name="T24" fmla="*/ 144 h 1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5" h="144">
                  <a:moveTo>
                    <a:pt x="33" y="144"/>
                  </a:moveTo>
                  <a:lnTo>
                    <a:pt x="0" y="144"/>
                  </a:lnTo>
                  <a:lnTo>
                    <a:pt x="0" y="111"/>
                  </a:lnTo>
                  <a:lnTo>
                    <a:pt x="273" y="0"/>
                  </a:lnTo>
                  <a:lnTo>
                    <a:pt x="305" y="0"/>
                  </a:lnTo>
                  <a:lnTo>
                    <a:pt x="305" y="32"/>
                  </a:lnTo>
                  <a:lnTo>
                    <a:pt x="33" y="1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7" name="Freeform 22">
              <a:extLst>
                <a:ext uri="{FF2B5EF4-FFF2-40B4-BE49-F238E27FC236}">
                  <a16:creationId xmlns:a16="http://schemas.microsoft.com/office/drawing/2014/main" id="{84CE42FE-FFE5-A445-A250-3960363F6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6362" y="4174545"/>
              <a:ext cx="207963" cy="115887"/>
            </a:xfrm>
            <a:custGeom>
              <a:avLst/>
              <a:gdLst>
                <a:gd name="T0" fmla="*/ 2147483646 w 320"/>
                <a:gd name="T1" fmla="*/ 2147483646 h 176"/>
                <a:gd name="T2" fmla="*/ 0 w 320"/>
                <a:gd name="T3" fmla="*/ 2147483646 h 176"/>
                <a:gd name="T4" fmla="*/ 0 w 320"/>
                <a:gd name="T5" fmla="*/ 2147483646 h 176"/>
                <a:gd name="T6" fmla="*/ 2147483646 w 320"/>
                <a:gd name="T7" fmla="*/ 0 h 176"/>
                <a:gd name="T8" fmla="*/ 2147483646 w 320"/>
                <a:gd name="T9" fmla="*/ 0 h 176"/>
                <a:gd name="T10" fmla="*/ 2147483646 w 320"/>
                <a:gd name="T11" fmla="*/ 2147483646 h 176"/>
                <a:gd name="T12" fmla="*/ 2147483646 w 320"/>
                <a:gd name="T13" fmla="*/ 2147483646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0"/>
                <a:gd name="T22" fmla="*/ 0 h 176"/>
                <a:gd name="T23" fmla="*/ 320 w 320"/>
                <a:gd name="T24" fmla="*/ 176 h 1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0" h="176">
                  <a:moveTo>
                    <a:pt x="32" y="176"/>
                  </a:moveTo>
                  <a:lnTo>
                    <a:pt x="0" y="176"/>
                  </a:lnTo>
                  <a:lnTo>
                    <a:pt x="0" y="144"/>
                  </a:lnTo>
                  <a:lnTo>
                    <a:pt x="288" y="0"/>
                  </a:lnTo>
                  <a:lnTo>
                    <a:pt x="320" y="0"/>
                  </a:lnTo>
                  <a:lnTo>
                    <a:pt x="320" y="32"/>
                  </a:lnTo>
                  <a:lnTo>
                    <a:pt x="32" y="17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8" name="Freeform 23">
              <a:extLst>
                <a:ext uri="{FF2B5EF4-FFF2-40B4-BE49-F238E27FC236}">
                  <a16:creationId xmlns:a16="http://schemas.microsoft.com/office/drawing/2014/main" id="{A493C70B-3277-AF46-AE4F-4073E2EAA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2100" y="4071357"/>
              <a:ext cx="198437" cy="125413"/>
            </a:xfrm>
            <a:custGeom>
              <a:avLst/>
              <a:gdLst>
                <a:gd name="T0" fmla="*/ 2147483646 w 305"/>
                <a:gd name="T1" fmla="*/ 2147483646 h 192"/>
                <a:gd name="T2" fmla="*/ 0 w 305"/>
                <a:gd name="T3" fmla="*/ 2147483646 h 192"/>
                <a:gd name="T4" fmla="*/ 0 w 305"/>
                <a:gd name="T5" fmla="*/ 2147483646 h 192"/>
                <a:gd name="T6" fmla="*/ 2147483646 w 305"/>
                <a:gd name="T7" fmla="*/ 0 h 192"/>
                <a:gd name="T8" fmla="*/ 2147483646 w 305"/>
                <a:gd name="T9" fmla="*/ 0 h 192"/>
                <a:gd name="T10" fmla="*/ 2147483646 w 305"/>
                <a:gd name="T11" fmla="*/ 2147483646 h 192"/>
                <a:gd name="T12" fmla="*/ 2147483646 w 305"/>
                <a:gd name="T13" fmla="*/ 2147483646 h 1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5"/>
                <a:gd name="T22" fmla="*/ 0 h 192"/>
                <a:gd name="T23" fmla="*/ 305 w 305"/>
                <a:gd name="T24" fmla="*/ 192 h 1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5" h="192">
                  <a:moveTo>
                    <a:pt x="32" y="192"/>
                  </a:moveTo>
                  <a:lnTo>
                    <a:pt x="0" y="192"/>
                  </a:lnTo>
                  <a:lnTo>
                    <a:pt x="0" y="160"/>
                  </a:lnTo>
                  <a:lnTo>
                    <a:pt x="272" y="0"/>
                  </a:lnTo>
                  <a:lnTo>
                    <a:pt x="305" y="0"/>
                  </a:lnTo>
                  <a:lnTo>
                    <a:pt x="305" y="33"/>
                  </a:lnTo>
                  <a:lnTo>
                    <a:pt x="32" y="1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39" name="Freeform 24">
              <a:extLst>
                <a:ext uri="{FF2B5EF4-FFF2-40B4-BE49-F238E27FC236}">
                  <a16:creationId xmlns:a16="http://schemas.microsoft.com/office/drawing/2014/main" id="{64866D70-E8A4-4E41-8BBE-A8BA05321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1487" y="3844345"/>
              <a:ext cx="198438" cy="249237"/>
            </a:xfrm>
            <a:custGeom>
              <a:avLst/>
              <a:gdLst>
                <a:gd name="T0" fmla="*/ 2147483646 w 303"/>
                <a:gd name="T1" fmla="*/ 2147483646 h 385"/>
                <a:gd name="T2" fmla="*/ 0 w 303"/>
                <a:gd name="T3" fmla="*/ 2147483646 h 385"/>
                <a:gd name="T4" fmla="*/ 0 w 303"/>
                <a:gd name="T5" fmla="*/ 2147483646 h 385"/>
                <a:gd name="T6" fmla="*/ 2147483646 w 303"/>
                <a:gd name="T7" fmla="*/ 0 h 385"/>
                <a:gd name="T8" fmla="*/ 2147483646 w 303"/>
                <a:gd name="T9" fmla="*/ 0 h 385"/>
                <a:gd name="T10" fmla="*/ 2147483646 w 303"/>
                <a:gd name="T11" fmla="*/ 2147483646 h 385"/>
                <a:gd name="T12" fmla="*/ 2147483646 w 303"/>
                <a:gd name="T13" fmla="*/ 2147483646 h 38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385"/>
                <a:gd name="T23" fmla="*/ 303 w 303"/>
                <a:gd name="T24" fmla="*/ 385 h 38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385">
                  <a:moveTo>
                    <a:pt x="33" y="385"/>
                  </a:moveTo>
                  <a:lnTo>
                    <a:pt x="0" y="385"/>
                  </a:lnTo>
                  <a:lnTo>
                    <a:pt x="0" y="352"/>
                  </a:lnTo>
                  <a:lnTo>
                    <a:pt x="273" y="0"/>
                  </a:lnTo>
                  <a:lnTo>
                    <a:pt x="303" y="0"/>
                  </a:lnTo>
                  <a:lnTo>
                    <a:pt x="303" y="33"/>
                  </a:lnTo>
                  <a:lnTo>
                    <a:pt x="33" y="3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40" name="Freeform 25">
              <a:extLst>
                <a:ext uri="{FF2B5EF4-FFF2-40B4-BE49-F238E27FC236}">
                  <a16:creationId xmlns:a16="http://schemas.microsoft.com/office/drawing/2014/main" id="{E840D2CD-F9A3-B348-B71D-29CA59728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4525" y="3844345"/>
              <a:ext cx="198437" cy="31750"/>
            </a:xfrm>
            <a:custGeom>
              <a:avLst/>
              <a:gdLst>
                <a:gd name="T0" fmla="*/ 0 w 303"/>
                <a:gd name="T1" fmla="*/ 2147483646 h 48"/>
                <a:gd name="T2" fmla="*/ 0 w 303"/>
                <a:gd name="T3" fmla="*/ 0 h 48"/>
                <a:gd name="T4" fmla="*/ 2147483646 w 303"/>
                <a:gd name="T5" fmla="*/ 0 h 48"/>
                <a:gd name="T6" fmla="*/ 2147483646 w 303"/>
                <a:gd name="T7" fmla="*/ 2147483646 h 48"/>
                <a:gd name="T8" fmla="*/ 2147483646 w 303"/>
                <a:gd name="T9" fmla="*/ 2147483646 h 48"/>
                <a:gd name="T10" fmla="*/ 2147483646 w 303"/>
                <a:gd name="T11" fmla="*/ 2147483646 h 48"/>
                <a:gd name="T12" fmla="*/ 0 w 303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48"/>
                <a:gd name="T23" fmla="*/ 303 w 303"/>
                <a:gd name="T24" fmla="*/ 48 h 4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48">
                  <a:moveTo>
                    <a:pt x="0" y="33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3" y="15"/>
                  </a:lnTo>
                  <a:lnTo>
                    <a:pt x="303" y="48"/>
                  </a:lnTo>
                  <a:lnTo>
                    <a:pt x="270" y="48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41" name="Rectangle 26">
              <a:extLst>
                <a:ext uri="{FF2B5EF4-FFF2-40B4-BE49-F238E27FC236}">
                  <a16:creationId xmlns:a16="http://schemas.microsoft.com/office/drawing/2014/main" id="{5D489A62-CFD2-1045-B9D8-AED889A83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025" y="4849232"/>
              <a:ext cx="20637" cy="1571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42" name="Rectangle 27">
              <a:extLst>
                <a:ext uri="{FF2B5EF4-FFF2-40B4-BE49-F238E27FC236}">
                  <a16:creationId xmlns:a16="http://schemas.microsoft.com/office/drawing/2014/main" id="{BB3866FB-E9FC-3D40-8554-B7F1D968C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387" y="4849232"/>
              <a:ext cx="61913" cy="222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43" name="Rectangle 28">
              <a:extLst>
                <a:ext uri="{FF2B5EF4-FFF2-40B4-BE49-F238E27FC236}">
                  <a16:creationId xmlns:a16="http://schemas.microsoft.com/office/drawing/2014/main" id="{6C740E6A-B27D-0348-AAC4-51FAEEB0C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025" y="4984170"/>
              <a:ext cx="20637" cy="146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44" name="Rectangle 29">
              <a:extLst>
                <a:ext uri="{FF2B5EF4-FFF2-40B4-BE49-F238E27FC236}">
                  <a16:creationId xmlns:a16="http://schemas.microsoft.com/office/drawing/2014/main" id="{DE7E04B8-91A9-7241-8529-1DD200E81B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387" y="5107995"/>
              <a:ext cx="61913" cy="222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45" name="Rectangle 30">
              <a:extLst>
                <a:ext uri="{FF2B5EF4-FFF2-40B4-BE49-F238E27FC236}">
                  <a16:creationId xmlns:a16="http://schemas.microsoft.com/office/drawing/2014/main" id="{D9716595-0FED-AF4E-8401-9D81FEC56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237" y="4755570"/>
              <a:ext cx="20638" cy="2286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46" name="Rectangle 31">
              <a:extLst>
                <a:ext uri="{FF2B5EF4-FFF2-40B4-BE49-F238E27FC236}">
                  <a16:creationId xmlns:a16="http://schemas.microsoft.com/office/drawing/2014/main" id="{2186D3D6-2AA3-5641-AF1B-92B02400E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600" y="4755570"/>
              <a:ext cx="61912" cy="222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47" name="Rectangle 32">
              <a:extLst>
                <a:ext uri="{FF2B5EF4-FFF2-40B4-BE49-F238E27FC236}">
                  <a16:creationId xmlns:a16="http://schemas.microsoft.com/office/drawing/2014/main" id="{5669AFC6-5F5D-0F4E-A78D-360FC03010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7975" y="4611107"/>
              <a:ext cx="20637" cy="29051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48" name="Rectangle 33">
              <a:extLst>
                <a:ext uri="{FF2B5EF4-FFF2-40B4-BE49-F238E27FC236}">
                  <a16:creationId xmlns:a16="http://schemas.microsoft.com/office/drawing/2014/main" id="{F546557C-AB3C-524F-9008-930F871ED2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7337" y="4611107"/>
              <a:ext cx="63500" cy="206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49" name="Rectangle 34">
              <a:extLst>
                <a:ext uri="{FF2B5EF4-FFF2-40B4-BE49-F238E27FC236}">
                  <a16:creationId xmlns:a16="http://schemas.microsoft.com/office/drawing/2014/main" id="{40DCCF97-CFA4-1F42-B5F9-26E481FD3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4187" y="4539670"/>
              <a:ext cx="20638" cy="2381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0" name="Rectangle 35">
              <a:extLst>
                <a:ext uri="{FF2B5EF4-FFF2-40B4-BE49-F238E27FC236}">
                  <a16:creationId xmlns:a16="http://schemas.microsoft.com/office/drawing/2014/main" id="{C6C8BB31-9E61-144F-8924-8C431AB53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3550" y="4539670"/>
              <a:ext cx="6350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1" name="Rectangle 36">
              <a:extLst>
                <a:ext uri="{FF2B5EF4-FFF2-40B4-BE49-F238E27FC236}">
                  <a16:creationId xmlns:a16="http://schemas.microsoft.com/office/drawing/2014/main" id="{1C77BA27-39F3-8C43-9FE2-342751293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0400" y="4465057"/>
              <a:ext cx="20637" cy="322263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2" name="Rectangle 37">
              <a:extLst>
                <a:ext uri="{FF2B5EF4-FFF2-40B4-BE49-F238E27FC236}">
                  <a16:creationId xmlns:a16="http://schemas.microsoft.com/office/drawing/2014/main" id="{8896CDED-D190-2949-8569-3630457849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762" y="4465057"/>
              <a:ext cx="63500" cy="222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3" name="Rectangle 38">
              <a:extLst>
                <a:ext uri="{FF2B5EF4-FFF2-40B4-BE49-F238E27FC236}">
                  <a16:creationId xmlns:a16="http://schemas.microsoft.com/office/drawing/2014/main" id="{E676AD08-4AC3-CE4B-8314-59489A457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6612" y="4290432"/>
              <a:ext cx="20638" cy="2492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4" name="Rectangle 39">
              <a:extLst>
                <a:ext uri="{FF2B5EF4-FFF2-40B4-BE49-F238E27FC236}">
                  <a16:creationId xmlns:a16="http://schemas.microsoft.com/office/drawing/2014/main" id="{BA904CE9-2664-FC48-A02A-2E6B4F38A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5975" y="4290432"/>
              <a:ext cx="63500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5" name="Rectangle 40">
              <a:extLst>
                <a:ext uri="{FF2B5EF4-FFF2-40B4-BE49-F238E27FC236}">
                  <a16:creationId xmlns:a16="http://schemas.microsoft.com/office/drawing/2014/main" id="{D01FEFC0-9B0C-F444-A7D0-671564C92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3937" y="4052307"/>
              <a:ext cx="20638" cy="2571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6" name="Rectangle 41">
              <a:extLst>
                <a:ext uri="{FF2B5EF4-FFF2-40B4-BE49-F238E27FC236}">
                  <a16:creationId xmlns:a16="http://schemas.microsoft.com/office/drawing/2014/main" id="{E88BD329-180F-7A4C-8A0F-F8C2C0580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3300" y="4052307"/>
              <a:ext cx="61912" cy="1905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7" name="Rectangle 42">
              <a:extLst>
                <a:ext uri="{FF2B5EF4-FFF2-40B4-BE49-F238E27FC236}">
                  <a16:creationId xmlns:a16="http://schemas.microsoft.com/office/drawing/2014/main" id="{7B4AE073-52E4-A044-9B68-64A31679D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0150" y="4080882"/>
              <a:ext cx="20637" cy="28098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8" name="Rectangle 43">
              <a:extLst>
                <a:ext uri="{FF2B5EF4-FFF2-40B4-BE49-F238E27FC236}">
                  <a16:creationId xmlns:a16="http://schemas.microsoft.com/office/drawing/2014/main" id="{F799C0D1-B2CC-EC49-8592-12099D969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9512" y="4080882"/>
              <a:ext cx="61913" cy="222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59" name="Rectangle 44">
              <a:extLst>
                <a:ext uri="{FF2B5EF4-FFF2-40B4-BE49-F238E27FC236}">
                  <a16:creationId xmlns:a16="http://schemas.microsoft.com/office/drawing/2014/main" id="{94C7D96F-2EF9-324F-B39D-B060B833F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6362" y="4123745"/>
              <a:ext cx="20638" cy="1666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0" name="Rectangle 45">
              <a:extLst>
                <a:ext uri="{FF2B5EF4-FFF2-40B4-BE49-F238E27FC236}">
                  <a16:creationId xmlns:a16="http://schemas.microsoft.com/office/drawing/2014/main" id="{CA5ED92B-66E2-ED41-9BE3-3272AFBF61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5725" y="4123745"/>
              <a:ext cx="61912" cy="206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1" name="Rectangle 46">
              <a:extLst>
                <a:ext uri="{FF2B5EF4-FFF2-40B4-BE49-F238E27FC236}">
                  <a16:creationId xmlns:a16="http://schemas.microsoft.com/office/drawing/2014/main" id="{BB98B2F2-8E47-AF4E-A0F1-FE12A81CC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2100" y="3926895"/>
              <a:ext cx="22225" cy="2698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2" name="Rectangle 47">
              <a:extLst>
                <a:ext uri="{FF2B5EF4-FFF2-40B4-BE49-F238E27FC236}">
                  <a16:creationId xmlns:a16="http://schemas.microsoft.com/office/drawing/2014/main" id="{7DDF569D-9C5A-F742-950C-1853FAC6D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1462" y="3926895"/>
              <a:ext cx="63500" cy="206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3" name="Rectangle 48">
              <a:extLst>
                <a:ext uri="{FF2B5EF4-FFF2-40B4-BE49-F238E27FC236}">
                  <a16:creationId xmlns:a16="http://schemas.microsoft.com/office/drawing/2014/main" id="{758091FD-1A05-FF4D-8586-88730F70F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8312" y="3803070"/>
              <a:ext cx="22225" cy="290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4" name="Rectangle 49">
              <a:extLst>
                <a:ext uri="{FF2B5EF4-FFF2-40B4-BE49-F238E27FC236}">
                  <a16:creationId xmlns:a16="http://schemas.microsoft.com/office/drawing/2014/main" id="{EE4AB46F-D0D1-154B-80D5-60474BE62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7675" y="3803070"/>
              <a:ext cx="63500" cy="206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5" name="Rectangle 50">
              <a:extLst>
                <a:ext uri="{FF2B5EF4-FFF2-40B4-BE49-F238E27FC236}">
                  <a16:creationId xmlns:a16="http://schemas.microsoft.com/office/drawing/2014/main" id="{16AEA800-933E-3D4F-A194-9BF4D9140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7700" y="3709407"/>
              <a:ext cx="22225" cy="15557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6" name="Rectangle 51">
              <a:extLst>
                <a:ext uri="{FF2B5EF4-FFF2-40B4-BE49-F238E27FC236}">
                  <a16:creationId xmlns:a16="http://schemas.microsoft.com/office/drawing/2014/main" id="{366234D8-A3A6-184B-9A91-F1BB34042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3887" y="3709407"/>
              <a:ext cx="63500" cy="206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7" name="Rectangle 52">
              <a:extLst>
                <a:ext uri="{FF2B5EF4-FFF2-40B4-BE49-F238E27FC236}">
                  <a16:creationId xmlns:a16="http://schemas.microsoft.com/office/drawing/2014/main" id="{D35A4932-31C3-8A47-930F-683F34252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3912" y="3853870"/>
              <a:ext cx="22225" cy="28098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8" name="Rectangle 53">
              <a:extLst>
                <a:ext uri="{FF2B5EF4-FFF2-40B4-BE49-F238E27FC236}">
                  <a16:creationId xmlns:a16="http://schemas.microsoft.com/office/drawing/2014/main" id="{D62465B0-00A5-4444-9501-16129BD3B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0100" y="4112632"/>
              <a:ext cx="63500" cy="222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69" name="Freeform 54">
              <a:extLst>
                <a:ext uri="{FF2B5EF4-FFF2-40B4-BE49-F238E27FC236}">
                  <a16:creationId xmlns:a16="http://schemas.microsoft.com/office/drawing/2014/main" id="{A000B6D3-22D5-574C-A708-B816ECDB8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6025" y="4879395"/>
              <a:ext cx="196850" cy="219075"/>
            </a:xfrm>
            <a:custGeom>
              <a:avLst/>
              <a:gdLst>
                <a:gd name="T0" fmla="*/ 0 w 304"/>
                <a:gd name="T1" fmla="*/ 2147483646 h 336"/>
                <a:gd name="T2" fmla="*/ 0 w 304"/>
                <a:gd name="T3" fmla="*/ 0 h 336"/>
                <a:gd name="T4" fmla="*/ 2147483646 w 304"/>
                <a:gd name="T5" fmla="*/ 0 h 336"/>
                <a:gd name="T6" fmla="*/ 2147483646 w 304"/>
                <a:gd name="T7" fmla="*/ 2147483646 h 336"/>
                <a:gd name="T8" fmla="*/ 2147483646 w 304"/>
                <a:gd name="T9" fmla="*/ 2147483646 h 336"/>
                <a:gd name="T10" fmla="*/ 2147483646 w 304"/>
                <a:gd name="T11" fmla="*/ 2147483646 h 336"/>
                <a:gd name="T12" fmla="*/ 0 w 304"/>
                <a:gd name="T13" fmla="*/ 2147483646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4"/>
                <a:gd name="T22" fmla="*/ 0 h 336"/>
                <a:gd name="T23" fmla="*/ 304 w 304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4" h="336">
                  <a:moveTo>
                    <a:pt x="0" y="33"/>
                  </a:moveTo>
                  <a:lnTo>
                    <a:pt x="0" y="0"/>
                  </a:lnTo>
                  <a:lnTo>
                    <a:pt x="33" y="0"/>
                  </a:lnTo>
                  <a:lnTo>
                    <a:pt x="304" y="304"/>
                  </a:lnTo>
                  <a:lnTo>
                    <a:pt x="304" y="336"/>
                  </a:lnTo>
                  <a:lnTo>
                    <a:pt x="273" y="336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0" name="Freeform 55">
              <a:extLst>
                <a:ext uri="{FF2B5EF4-FFF2-40B4-BE49-F238E27FC236}">
                  <a16:creationId xmlns:a16="http://schemas.microsoft.com/office/drawing/2014/main" id="{8E87F4BA-CD6F-C64E-BB59-07A698A03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2237" y="5077832"/>
              <a:ext cx="206375" cy="249238"/>
            </a:xfrm>
            <a:custGeom>
              <a:avLst/>
              <a:gdLst>
                <a:gd name="T0" fmla="*/ 0 w 318"/>
                <a:gd name="T1" fmla="*/ 2147483646 h 384"/>
                <a:gd name="T2" fmla="*/ 0 w 318"/>
                <a:gd name="T3" fmla="*/ 0 h 384"/>
                <a:gd name="T4" fmla="*/ 2147483646 w 318"/>
                <a:gd name="T5" fmla="*/ 0 h 384"/>
                <a:gd name="T6" fmla="*/ 2147483646 w 318"/>
                <a:gd name="T7" fmla="*/ 2147483646 h 384"/>
                <a:gd name="T8" fmla="*/ 2147483646 w 318"/>
                <a:gd name="T9" fmla="*/ 2147483646 h 384"/>
                <a:gd name="T10" fmla="*/ 2147483646 w 318"/>
                <a:gd name="T11" fmla="*/ 2147483646 h 384"/>
                <a:gd name="T12" fmla="*/ 0 w 318"/>
                <a:gd name="T13" fmla="*/ 2147483646 h 38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8"/>
                <a:gd name="T22" fmla="*/ 0 h 384"/>
                <a:gd name="T23" fmla="*/ 318 w 318"/>
                <a:gd name="T24" fmla="*/ 384 h 38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8" h="384">
                  <a:moveTo>
                    <a:pt x="0" y="32"/>
                  </a:moveTo>
                  <a:lnTo>
                    <a:pt x="0" y="0"/>
                  </a:lnTo>
                  <a:lnTo>
                    <a:pt x="31" y="0"/>
                  </a:lnTo>
                  <a:lnTo>
                    <a:pt x="318" y="351"/>
                  </a:lnTo>
                  <a:lnTo>
                    <a:pt x="318" y="384"/>
                  </a:lnTo>
                  <a:lnTo>
                    <a:pt x="288" y="38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1" name="Freeform 56">
              <a:extLst>
                <a:ext uri="{FF2B5EF4-FFF2-40B4-BE49-F238E27FC236}">
                  <a16:creationId xmlns:a16="http://schemas.microsoft.com/office/drawing/2014/main" id="{F808BA51-C385-8244-A238-290DA81A3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7975" y="5304845"/>
              <a:ext cx="196850" cy="73025"/>
            </a:xfrm>
            <a:custGeom>
              <a:avLst/>
              <a:gdLst>
                <a:gd name="T0" fmla="*/ 0 w 303"/>
                <a:gd name="T1" fmla="*/ 2147483646 h 112"/>
                <a:gd name="T2" fmla="*/ 0 w 303"/>
                <a:gd name="T3" fmla="*/ 0 h 112"/>
                <a:gd name="T4" fmla="*/ 2147483646 w 303"/>
                <a:gd name="T5" fmla="*/ 0 h 112"/>
                <a:gd name="T6" fmla="*/ 2147483646 w 303"/>
                <a:gd name="T7" fmla="*/ 2147483646 h 112"/>
                <a:gd name="T8" fmla="*/ 2147483646 w 303"/>
                <a:gd name="T9" fmla="*/ 2147483646 h 112"/>
                <a:gd name="T10" fmla="*/ 2147483646 w 303"/>
                <a:gd name="T11" fmla="*/ 2147483646 h 112"/>
                <a:gd name="T12" fmla="*/ 0 w 303"/>
                <a:gd name="T13" fmla="*/ 21474836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112"/>
                <a:gd name="T23" fmla="*/ 303 w 303"/>
                <a:gd name="T24" fmla="*/ 112 h 11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112">
                  <a:moveTo>
                    <a:pt x="0" y="33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3" y="81"/>
                  </a:lnTo>
                  <a:lnTo>
                    <a:pt x="303" y="112"/>
                  </a:lnTo>
                  <a:lnTo>
                    <a:pt x="270" y="112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2" name="Freeform 57">
              <a:extLst>
                <a:ext uri="{FF2B5EF4-FFF2-40B4-BE49-F238E27FC236}">
                  <a16:creationId xmlns:a16="http://schemas.microsoft.com/office/drawing/2014/main" id="{AACE778F-DAF4-444A-9E68-28EF0320B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4187" y="5336595"/>
              <a:ext cx="196850" cy="41275"/>
            </a:xfrm>
            <a:custGeom>
              <a:avLst/>
              <a:gdLst>
                <a:gd name="T0" fmla="*/ 2147483646 w 306"/>
                <a:gd name="T1" fmla="*/ 2147483646 h 63"/>
                <a:gd name="T2" fmla="*/ 0 w 306"/>
                <a:gd name="T3" fmla="*/ 2147483646 h 63"/>
                <a:gd name="T4" fmla="*/ 0 w 306"/>
                <a:gd name="T5" fmla="*/ 2147483646 h 63"/>
                <a:gd name="T6" fmla="*/ 2147483646 w 306"/>
                <a:gd name="T7" fmla="*/ 0 h 63"/>
                <a:gd name="T8" fmla="*/ 2147483646 w 306"/>
                <a:gd name="T9" fmla="*/ 0 h 63"/>
                <a:gd name="T10" fmla="*/ 2147483646 w 306"/>
                <a:gd name="T11" fmla="*/ 2147483646 h 63"/>
                <a:gd name="T12" fmla="*/ 2147483646 w 306"/>
                <a:gd name="T13" fmla="*/ 2147483646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6"/>
                <a:gd name="T22" fmla="*/ 0 h 63"/>
                <a:gd name="T23" fmla="*/ 306 w 306"/>
                <a:gd name="T24" fmla="*/ 63 h 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6" h="63">
                  <a:moveTo>
                    <a:pt x="33" y="63"/>
                  </a:moveTo>
                  <a:lnTo>
                    <a:pt x="0" y="63"/>
                  </a:lnTo>
                  <a:lnTo>
                    <a:pt x="0" y="32"/>
                  </a:lnTo>
                  <a:lnTo>
                    <a:pt x="273" y="0"/>
                  </a:lnTo>
                  <a:lnTo>
                    <a:pt x="306" y="0"/>
                  </a:lnTo>
                  <a:lnTo>
                    <a:pt x="306" y="32"/>
                  </a:lnTo>
                  <a:lnTo>
                    <a:pt x="33" y="63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3" name="Freeform 58">
              <a:extLst>
                <a:ext uri="{FF2B5EF4-FFF2-40B4-BE49-F238E27FC236}">
                  <a16:creationId xmlns:a16="http://schemas.microsoft.com/office/drawing/2014/main" id="{27839506-E7B5-FC41-9270-FB2D5F4C6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0400" y="5336595"/>
              <a:ext cx="196850" cy="134937"/>
            </a:xfrm>
            <a:custGeom>
              <a:avLst/>
              <a:gdLst>
                <a:gd name="T0" fmla="*/ 0 w 303"/>
                <a:gd name="T1" fmla="*/ 2147483646 h 207"/>
                <a:gd name="T2" fmla="*/ 0 w 303"/>
                <a:gd name="T3" fmla="*/ 0 h 207"/>
                <a:gd name="T4" fmla="*/ 2147483646 w 303"/>
                <a:gd name="T5" fmla="*/ 0 h 207"/>
                <a:gd name="T6" fmla="*/ 2147483646 w 303"/>
                <a:gd name="T7" fmla="*/ 2147483646 h 207"/>
                <a:gd name="T8" fmla="*/ 2147483646 w 303"/>
                <a:gd name="T9" fmla="*/ 2147483646 h 207"/>
                <a:gd name="T10" fmla="*/ 2147483646 w 303"/>
                <a:gd name="T11" fmla="*/ 2147483646 h 207"/>
                <a:gd name="T12" fmla="*/ 0 w 303"/>
                <a:gd name="T13" fmla="*/ 2147483646 h 2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207"/>
                <a:gd name="T23" fmla="*/ 303 w 303"/>
                <a:gd name="T24" fmla="*/ 207 h 2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207">
                  <a:moveTo>
                    <a:pt x="0" y="32"/>
                  </a:moveTo>
                  <a:lnTo>
                    <a:pt x="0" y="0"/>
                  </a:lnTo>
                  <a:lnTo>
                    <a:pt x="33" y="0"/>
                  </a:lnTo>
                  <a:lnTo>
                    <a:pt x="303" y="176"/>
                  </a:lnTo>
                  <a:lnTo>
                    <a:pt x="303" y="207"/>
                  </a:lnTo>
                  <a:lnTo>
                    <a:pt x="273" y="207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4" name="Freeform 59">
              <a:extLst>
                <a:ext uri="{FF2B5EF4-FFF2-40B4-BE49-F238E27FC236}">
                  <a16:creationId xmlns:a16="http://schemas.microsoft.com/office/drawing/2014/main" id="{1658E12D-9125-7A4B-9E50-A78F4A4C39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6612" y="5420732"/>
              <a:ext cx="207963" cy="50800"/>
            </a:xfrm>
            <a:custGeom>
              <a:avLst/>
              <a:gdLst>
                <a:gd name="T0" fmla="*/ 2147483646 w 318"/>
                <a:gd name="T1" fmla="*/ 2147483646 h 79"/>
                <a:gd name="T2" fmla="*/ 0 w 318"/>
                <a:gd name="T3" fmla="*/ 2147483646 h 79"/>
                <a:gd name="T4" fmla="*/ 0 w 318"/>
                <a:gd name="T5" fmla="*/ 2147483646 h 79"/>
                <a:gd name="T6" fmla="*/ 2147483646 w 318"/>
                <a:gd name="T7" fmla="*/ 0 h 79"/>
                <a:gd name="T8" fmla="*/ 2147483646 w 318"/>
                <a:gd name="T9" fmla="*/ 0 h 79"/>
                <a:gd name="T10" fmla="*/ 2147483646 w 318"/>
                <a:gd name="T11" fmla="*/ 2147483646 h 79"/>
                <a:gd name="T12" fmla="*/ 2147483646 w 318"/>
                <a:gd name="T13" fmla="*/ 2147483646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18"/>
                <a:gd name="T22" fmla="*/ 0 h 79"/>
                <a:gd name="T23" fmla="*/ 318 w 318"/>
                <a:gd name="T24" fmla="*/ 79 h 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18" h="79">
                  <a:moveTo>
                    <a:pt x="30" y="79"/>
                  </a:moveTo>
                  <a:lnTo>
                    <a:pt x="0" y="79"/>
                  </a:lnTo>
                  <a:lnTo>
                    <a:pt x="0" y="48"/>
                  </a:lnTo>
                  <a:lnTo>
                    <a:pt x="287" y="0"/>
                  </a:lnTo>
                  <a:lnTo>
                    <a:pt x="318" y="0"/>
                  </a:lnTo>
                  <a:lnTo>
                    <a:pt x="318" y="31"/>
                  </a:lnTo>
                  <a:lnTo>
                    <a:pt x="30" y="79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5" name="Freeform 60">
              <a:extLst>
                <a:ext uri="{FF2B5EF4-FFF2-40B4-BE49-F238E27FC236}">
                  <a16:creationId xmlns:a16="http://schemas.microsoft.com/office/drawing/2014/main" id="{BF8642D3-DC90-2A4A-9B1E-9A51A5FF8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3937" y="5398507"/>
              <a:ext cx="196850" cy="41275"/>
            </a:xfrm>
            <a:custGeom>
              <a:avLst/>
              <a:gdLst>
                <a:gd name="T0" fmla="*/ 2147483646 w 304"/>
                <a:gd name="T1" fmla="*/ 2147483646 h 63"/>
                <a:gd name="T2" fmla="*/ 0 w 304"/>
                <a:gd name="T3" fmla="*/ 2147483646 h 63"/>
                <a:gd name="T4" fmla="*/ 0 w 304"/>
                <a:gd name="T5" fmla="*/ 2147483646 h 63"/>
                <a:gd name="T6" fmla="*/ 2147483646 w 304"/>
                <a:gd name="T7" fmla="*/ 0 h 63"/>
                <a:gd name="T8" fmla="*/ 2147483646 w 304"/>
                <a:gd name="T9" fmla="*/ 0 h 63"/>
                <a:gd name="T10" fmla="*/ 2147483646 w 304"/>
                <a:gd name="T11" fmla="*/ 2147483646 h 63"/>
                <a:gd name="T12" fmla="*/ 2147483646 w 304"/>
                <a:gd name="T13" fmla="*/ 2147483646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4"/>
                <a:gd name="T22" fmla="*/ 0 h 63"/>
                <a:gd name="T23" fmla="*/ 304 w 304"/>
                <a:gd name="T24" fmla="*/ 63 h 6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4" h="63">
                  <a:moveTo>
                    <a:pt x="31" y="63"/>
                  </a:moveTo>
                  <a:lnTo>
                    <a:pt x="0" y="63"/>
                  </a:lnTo>
                  <a:lnTo>
                    <a:pt x="0" y="32"/>
                  </a:lnTo>
                  <a:lnTo>
                    <a:pt x="271" y="0"/>
                  </a:lnTo>
                  <a:lnTo>
                    <a:pt x="304" y="0"/>
                  </a:lnTo>
                  <a:lnTo>
                    <a:pt x="304" y="32"/>
                  </a:lnTo>
                  <a:lnTo>
                    <a:pt x="31" y="63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6" name="Freeform 61">
              <a:extLst>
                <a:ext uri="{FF2B5EF4-FFF2-40B4-BE49-F238E27FC236}">
                  <a16:creationId xmlns:a16="http://schemas.microsoft.com/office/drawing/2014/main" id="{7BD2C538-6E27-3446-8A90-E8A6EEBBE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0150" y="5265157"/>
              <a:ext cx="196850" cy="155575"/>
            </a:xfrm>
            <a:custGeom>
              <a:avLst/>
              <a:gdLst>
                <a:gd name="T0" fmla="*/ 2147483646 w 305"/>
                <a:gd name="T1" fmla="*/ 2147483646 h 240"/>
                <a:gd name="T2" fmla="*/ 0 w 305"/>
                <a:gd name="T3" fmla="*/ 2147483646 h 240"/>
                <a:gd name="T4" fmla="*/ 0 w 305"/>
                <a:gd name="T5" fmla="*/ 2147483646 h 240"/>
                <a:gd name="T6" fmla="*/ 2147483646 w 305"/>
                <a:gd name="T7" fmla="*/ 0 h 240"/>
                <a:gd name="T8" fmla="*/ 2147483646 w 305"/>
                <a:gd name="T9" fmla="*/ 0 h 240"/>
                <a:gd name="T10" fmla="*/ 2147483646 w 305"/>
                <a:gd name="T11" fmla="*/ 2147483646 h 240"/>
                <a:gd name="T12" fmla="*/ 2147483646 w 305"/>
                <a:gd name="T13" fmla="*/ 2147483646 h 2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5"/>
                <a:gd name="T22" fmla="*/ 0 h 240"/>
                <a:gd name="T23" fmla="*/ 305 w 305"/>
                <a:gd name="T24" fmla="*/ 240 h 2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5" h="240">
                  <a:moveTo>
                    <a:pt x="33" y="240"/>
                  </a:moveTo>
                  <a:lnTo>
                    <a:pt x="0" y="240"/>
                  </a:lnTo>
                  <a:lnTo>
                    <a:pt x="0" y="208"/>
                  </a:lnTo>
                  <a:lnTo>
                    <a:pt x="273" y="0"/>
                  </a:lnTo>
                  <a:lnTo>
                    <a:pt x="305" y="0"/>
                  </a:lnTo>
                  <a:lnTo>
                    <a:pt x="305" y="31"/>
                  </a:lnTo>
                  <a:lnTo>
                    <a:pt x="33" y="240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7" name="Freeform 62">
              <a:extLst>
                <a:ext uri="{FF2B5EF4-FFF2-40B4-BE49-F238E27FC236}">
                  <a16:creationId xmlns:a16="http://schemas.microsoft.com/office/drawing/2014/main" id="{1475BC45-40AB-7546-9238-5A37AD625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6362" y="5036557"/>
              <a:ext cx="207963" cy="247650"/>
            </a:xfrm>
            <a:custGeom>
              <a:avLst/>
              <a:gdLst>
                <a:gd name="T0" fmla="*/ 2147483646 w 320"/>
                <a:gd name="T1" fmla="*/ 2147483646 h 383"/>
                <a:gd name="T2" fmla="*/ 0 w 320"/>
                <a:gd name="T3" fmla="*/ 2147483646 h 383"/>
                <a:gd name="T4" fmla="*/ 0 w 320"/>
                <a:gd name="T5" fmla="*/ 2147483646 h 383"/>
                <a:gd name="T6" fmla="*/ 2147483646 w 320"/>
                <a:gd name="T7" fmla="*/ 0 h 383"/>
                <a:gd name="T8" fmla="*/ 2147483646 w 320"/>
                <a:gd name="T9" fmla="*/ 0 h 383"/>
                <a:gd name="T10" fmla="*/ 2147483646 w 320"/>
                <a:gd name="T11" fmla="*/ 2147483646 h 383"/>
                <a:gd name="T12" fmla="*/ 2147483646 w 320"/>
                <a:gd name="T13" fmla="*/ 2147483646 h 3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20"/>
                <a:gd name="T22" fmla="*/ 0 h 383"/>
                <a:gd name="T23" fmla="*/ 320 w 320"/>
                <a:gd name="T24" fmla="*/ 383 h 38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20" h="383">
                  <a:moveTo>
                    <a:pt x="32" y="383"/>
                  </a:moveTo>
                  <a:lnTo>
                    <a:pt x="0" y="383"/>
                  </a:lnTo>
                  <a:lnTo>
                    <a:pt x="0" y="352"/>
                  </a:lnTo>
                  <a:lnTo>
                    <a:pt x="288" y="0"/>
                  </a:lnTo>
                  <a:lnTo>
                    <a:pt x="320" y="0"/>
                  </a:lnTo>
                  <a:lnTo>
                    <a:pt x="320" y="31"/>
                  </a:lnTo>
                  <a:lnTo>
                    <a:pt x="32" y="383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8" name="Freeform 63">
              <a:extLst>
                <a:ext uri="{FF2B5EF4-FFF2-40B4-BE49-F238E27FC236}">
                  <a16:creationId xmlns:a16="http://schemas.microsoft.com/office/drawing/2014/main" id="{A77A7091-156F-C647-A58D-17176B862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2100" y="5006395"/>
              <a:ext cx="198437" cy="49212"/>
            </a:xfrm>
            <a:custGeom>
              <a:avLst/>
              <a:gdLst>
                <a:gd name="T0" fmla="*/ 2147483646 w 305"/>
                <a:gd name="T1" fmla="*/ 2147483646 h 79"/>
                <a:gd name="T2" fmla="*/ 0 w 305"/>
                <a:gd name="T3" fmla="*/ 2147483646 h 79"/>
                <a:gd name="T4" fmla="*/ 0 w 305"/>
                <a:gd name="T5" fmla="*/ 2147483646 h 79"/>
                <a:gd name="T6" fmla="*/ 2147483646 w 305"/>
                <a:gd name="T7" fmla="*/ 0 h 79"/>
                <a:gd name="T8" fmla="*/ 2147483646 w 305"/>
                <a:gd name="T9" fmla="*/ 0 h 79"/>
                <a:gd name="T10" fmla="*/ 2147483646 w 305"/>
                <a:gd name="T11" fmla="*/ 2147483646 h 79"/>
                <a:gd name="T12" fmla="*/ 2147483646 w 305"/>
                <a:gd name="T13" fmla="*/ 2147483646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5"/>
                <a:gd name="T22" fmla="*/ 0 h 79"/>
                <a:gd name="T23" fmla="*/ 305 w 305"/>
                <a:gd name="T24" fmla="*/ 79 h 7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5" h="79">
                  <a:moveTo>
                    <a:pt x="32" y="79"/>
                  </a:moveTo>
                  <a:lnTo>
                    <a:pt x="0" y="79"/>
                  </a:lnTo>
                  <a:lnTo>
                    <a:pt x="0" y="48"/>
                  </a:lnTo>
                  <a:lnTo>
                    <a:pt x="272" y="0"/>
                  </a:lnTo>
                  <a:lnTo>
                    <a:pt x="305" y="0"/>
                  </a:lnTo>
                  <a:lnTo>
                    <a:pt x="305" y="31"/>
                  </a:lnTo>
                  <a:lnTo>
                    <a:pt x="32" y="79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79" name="Freeform 64">
              <a:extLst>
                <a:ext uri="{FF2B5EF4-FFF2-40B4-BE49-F238E27FC236}">
                  <a16:creationId xmlns:a16="http://schemas.microsoft.com/office/drawing/2014/main" id="{25B70F9E-78B5-BF47-ACCD-A104DAD12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8312" y="5006395"/>
              <a:ext cx="198438" cy="142875"/>
            </a:xfrm>
            <a:custGeom>
              <a:avLst/>
              <a:gdLst>
                <a:gd name="T0" fmla="*/ 0 w 303"/>
                <a:gd name="T1" fmla="*/ 2147483646 h 223"/>
                <a:gd name="T2" fmla="*/ 0 w 303"/>
                <a:gd name="T3" fmla="*/ 0 h 223"/>
                <a:gd name="T4" fmla="*/ 2147483646 w 303"/>
                <a:gd name="T5" fmla="*/ 0 h 223"/>
                <a:gd name="T6" fmla="*/ 2147483646 w 303"/>
                <a:gd name="T7" fmla="*/ 2147483646 h 223"/>
                <a:gd name="T8" fmla="*/ 2147483646 w 303"/>
                <a:gd name="T9" fmla="*/ 2147483646 h 223"/>
                <a:gd name="T10" fmla="*/ 2147483646 w 303"/>
                <a:gd name="T11" fmla="*/ 2147483646 h 223"/>
                <a:gd name="T12" fmla="*/ 0 w 303"/>
                <a:gd name="T13" fmla="*/ 2147483646 h 2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223"/>
                <a:gd name="T23" fmla="*/ 303 w 303"/>
                <a:gd name="T24" fmla="*/ 223 h 22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223">
                  <a:moveTo>
                    <a:pt x="0" y="31"/>
                  </a:moveTo>
                  <a:lnTo>
                    <a:pt x="0" y="0"/>
                  </a:lnTo>
                  <a:lnTo>
                    <a:pt x="33" y="0"/>
                  </a:lnTo>
                  <a:lnTo>
                    <a:pt x="303" y="192"/>
                  </a:lnTo>
                  <a:lnTo>
                    <a:pt x="303" y="223"/>
                  </a:lnTo>
                  <a:lnTo>
                    <a:pt x="273" y="223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80" name="Freeform 65">
              <a:extLst>
                <a:ext uri="{FF2B5EF4-FFF2-40B4-BE49-F238E27FC236}">
                  <a16:creationId xmlns:a16="http://schemas.microsoft.com/office/drawing/2014/main" id="{D5324CC4-6B91-7F43-87EB-374578903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4525" y="5130220"/>
              <a:ext cx="198437" cy="93662"/>
            </a:xfrm>
            <a:custGeom>
              <a:avLst/>
              <a:gdLst>
                <a:gd name="T0" fmla="*/ 0 w 303"/>
                <a:gd name="T1" fmla="*/ 2147483646 h 145"/>
                <a:gd name="T2" fmla="*/ 0 w 303"/>
                <a:gd name="T3" fmla="*/ 0 h 145"/>
                <a:gd name="T4" fmla="*/ 2147483646 w 303"/>
                <a:gd name="T5" fmla="*/ 0 h 145"/>
                <a:gd name="T6" fmla="*/ 2147483646 w 303"/>
                <a:gd name="T7" fmla="*/ 2147483646 h 145"/>
                <a:gd name="T8" fmla="*/ 2147483646 w 303"/>
                <a:gd name="T9" fmla="*/ 2147483646 h 145"/>
                <a:gd name="T10" fmla="*/ 2147483646 w 303"/>
                <a:gd name="T11" fmla="*/ 2147483646 h 145"/>
                <a:gd name="T12" fmla="*/ 0 w 303"/>
                <a:gd name="T13" fmla="*/ 2147483646 h 14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3"/>
                <a:gd name="T22" fmla="*/ 0 h 145"/>
                <a:gd name="T23" fmla="*/ 303 w 303"/>
                <a:gd name="T24" fmla="*/ 145 h 14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3" h="145">
                  <a:moveTo>
                    <a:pt x="0" y="31"/>
                  </a:moveTo>
                  <a:lnTo>
                    <a:pt x="0" y="0"/>
                  </a:lnTo>
                  <a:lnTo>
                    <a:pt x="30" y="0"/>
                  </a:lnTo>
                  <a:lnTo>
                    <a:pt x="303" y="112"/>
                  </a:lnTo>
                  <a:lnTo>
                    <a:pt x="303" y="145"/>
                  </a:lnTo>
                  <a:lnTo>
                    <a:pt x="270" y="145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481" name="Rectangle 66">
              <a:extLst>
                <a:ext uri="{FF2B5EF4-FFF2-40B4-BE49-F238E27FC236}">
                  <a16:creationId xmlns:a16="http://schemas.microsoft.com/office/drawing/2014/main" id="{65C0D8E6-3244-B44A-9F0A-6FA550C0C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025" y="4661907"/>
              <a:ext cx="20637" cy="2397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82" name="Rectangle 67">
              <a:extLst>
                <a:ext uri="{FF2B5EF4-FFF2-40B4-BE49-F238E27FC236}">
                  <a16:creationId xmlns:a16="http://schemas.microsoft.com/office/drawing/2014/main" id="{6FB1A3BF-83B1-5044-ACEF-38C7A420C3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387" y="4661907"/>
              <a:ext cx="61913" cy="222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83" name="Rectangle 68">
              <a:extLst>
                <a:ext uri="{FF2B5EF4-FFF2-40B4-BE49-F238E27FC236}">
                  <a16:creationId xmlns:a16="http://schemas.microsoft.com/office/drawing/2014/main" id="{93E36601-F140-9545-98EB-6A24AE869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237" y="5014332"/>
              <a:ext cx="20638" cy="84138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84" name="Rectangle 69">
              <a:extLst>
                <a:ext uri="{FF2B5EF4-FFF2-40B4-BE49-F238E27FC236}">
                  <a16:creationId xmlns:a16="http://schemas.microsoft.com/office/drawing/2014/main" id="{86A6EB5A-8C02-D34B-A2E2-79CCCF5BF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600" y="5014332"/>
              <a:ext cx="61912" cy="222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85" name="Rectangle 70">
              <a:extLst>
                <a:ext uri="{FF2B5EF4-FFF2-40B4-BE49-F238E27FC236}">
                  <a16:creationId xmlns:a16="http://schemas.microsoft.com/office/drawing/2014/main" id="{ECACF25E-9BDB-DB4C-A133-1F8D77DE7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2237" y="5077832"/>
              <a:ext cx="20638" cy="84138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86" name="Rectangle 71">
              <a:extLst>
                <a:ext uri="{FF2B5EF4-FFF2-40B4-BE49-F238E27FC236}">
                  <a16:creationId xmlns:a16="http://schemas.microsoft.com/office/drawing/2014/main" id="{6FBE3341-CB12-7145-92B0-8B9E02F43E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1600" y="5139745"/>
              <a:ext cx="61912" cy="222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87" name="Rectangle 72">
              <a:extLst>
                <a:ext uri="{FF2B5EF4-FFF2-40B4-BE49-F238E27FC236}">
                  <a16:creationId xmlns:a16="http://schemas.microsoft.com/office/drawing/2014/main" id="{7745CD05-5022-7145-A5E4-4CB03B489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7975" y="5304845"/>
              <a:ext cx="20637" cy="125412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88" name="Rectangle 73">
              <a:extLst>
                <a:ext uri="{FF2B5EF4-FFF2-40B4-BE49-F238E27FC236}">
                  <a16:creationId xmlns:a16="http://schemas.microsoft.com/office/drawing/2014/main" id="{4CF972F3-F633-1946-A49B-5228883B6F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7337" y="5409620"/>
              <a:ext cx="63500" cy="20637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89" name="Rectangle 74">
              <a:extLst>
                <a:ext uri="{FF2B5EF4-FFF2-40B4-BE49-F238E27FC236}">
                  <a16:creationId xmlns:a16="http://schemas.microsoft.com/office/drawing/2014/main" id="{CEF61AAD-C3CC-5A46-871A-36E08354D2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4187" y="5358820"/>
              <a:ext cx="20638" cy="9207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0" name="Rectangle 75">
              <a:extLst>
                <a:ext uri="{FF2B5EF4-FFF2-40B4-BE49-F238E27FC236}">
                  <a16:creationId xmlns:a16="http://schemas.microsoft.com/office/drawing/2014/main" id="{63885084-1D12-2841-8D29-2699E0D0E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63550" y="5430257"/>
              <a:ext cx="63500" cy="20638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1" name="Rectangle 76">
              <a:extLst>
                <a:ext uri="{FF2B5EF4-FFF2-40B4-BE49-F238E27FC236}">
                  <a16:creationId xmlns:a16="http://schemas.microsoft.com/office/drawing/2014/main" id="{18855FB5-9E35-8C43-AF79-58B27E554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0400" y="5336595"/>
              <a:ext cx="20637" cy="103187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2" name="Rectangle 77">
              <a:extLst>
                <a:ext uri="{FF2B5EF4-FFF2-40B4-BE49-F238E27FC236}">
                  <a16:creationId xmlns:a16="http://schemas.microsoft.com/office/drawing/2014/main" id="{41724B16-F260-654A-B8BE-BA364DA89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9762" y="5420732"/>
              <a:ext cx="63500" cy="19050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3" name="Rectangle 78">
              <a:extLst>
                <a:ext uri="{FF2B5EF4-FFF2-40B4-BE49-F238E27FC236}">
                  <a16:creationId xmlns:a16="http://schemas.microsoft.com/office/drawing/2014/main" id="{33563FBA-EC92-2B41-B438-B50FAA40C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6612" y="5409620"/>
              <a:ext cx="20638" cy="61912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4" name="Rectangle 79">
              <a:extLst>
                <a:ext uri="{FF2B5EF4-FFF2-40B4-BE49-F238E27FC236}">
                  <a16:creationId xmlns:a16="http://schemas.microsoft.com/office/drawing/2014/main" id="{F16DDCB4-E632-5343-AB6D-86BE1AA52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5975" y="5409620"/>
              <a:ext cx="63500" cy="20637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5" name="Rectangle 80">
              <a:extLst>
                <a:ext uri="{FF2B5EF4-FFF2-40B4-BE49-F238E27FC236}">
                  <a16:creationId xmlns:a16="http://schemas.microsoft.com/office/drawing/2014/main" id="{7EF8E64B-DAA6-6046-8758-236C516FA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6612" y="5450895"/>
              <a:ext cx="20638" cy="61912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6" name="Rectangle 81">
              <a:extLst>
                <a:ext uri="{FF2B5EF4-FFF2-40B4-BE49-F238E27FC236}">
                  <a16:creationId xmlns:a16="http://schemas.microsoft.com/office/drawing/2014/main" id="{F627C4E4-6DF3-EF44-98FC-AC8B88FEE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5975" y="5492170"/>
              <a:ext cx="63500" cy="20637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7" name="Rectangle 82">
              <a:extLst>
                <a:ext uri="{FF2B5EF4-FFF2-40B4-BE49-F238E27FC236}">
                  <a16:creationId xmlns:a16="http://schemas.microsoft.com/office/drawing/2014/main" id="{50192ACC-65F7-0C48-836C-E2AAE8C89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23937" y="5420732"/>
              <a:ext cx="20638" cy="1127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8" name="Rectangle 83">
              <a:extLst>
                <a:ext uri="{FF2B5EF4-FFF2-40B4-BE49-F238E27FC236}">
                  <a16:creationId xmlns:a16="http://schemas.microsoft.com/office/drawing/2014/main" id="{EA731EFA-A8E2-F342-8DEC-C4DA3D4A1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3300" y="5512807"/>
              <a:ext cx="61912" cy="20638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499" name="Rectangle 84">
              <a:extLst>
                <a:ext uri="{FF2B5EF4-FFF2-40B4-BE49-F238E27FC236}">
                  <a16:creationId xmlns:a16="http://schemas.microsoft.com/office/drawing/2014/main" id="{05390416-1EE1-5843-A8D7-E5BC9CC12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00150" y="5398507"/>
              <a:ext cx="20637" cy="82550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0" name="Rectangle 85">
              <a:extLst>
                <a:ext uri="{FF2B5EF4-FFF2-40B4-BE49-F238E27FC236}">
                  <a16:creationId xmlns:a16="http://schemas.microsoft.com/office/drawing/2014/main" id="{3F7233E0-E372-7B4C-8000-430BF93E55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9512" y="5460420"/>
              <a:ext cx="61913" cy="20637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1" name="Rectangle 86">
              <a:extLst>
                <a:ext uri="{FF2B5EF4-FFF2-40B4-BE49-F238E27FC236}">
                  <a16:creationId xmlns:a16="http://schemas.microsoft.com/office/drawing/2014/main" id="{86F2CAE5-971E-894F-A474-F825E8138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6362" y="5265157"/>
              <a:ext cx="20638" cy="101600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2" name="Rectangle 87">
              <a:extLst>
                <a:ext uri="{FF2B5EF4-FFF2-40B4-BE49-F238E27FC236}">
                  <a16:creationId xmlns:a16="http://schemas.microsoft.com/office/drawing/2014/main" id="{10FE86F8-65AF-0043-B02D-34E752407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5725" y="5346120"/>
              <a:ext cx="61912" cy="20637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3" name="Rectangle 88">
              <a:extLst>
                <a:ext uri="{FF2B5EF4-FFF2-40B4-BE49-F238E27FC236}">
                  <a16:creationId xmlns:a16="http://schemas.microsoft.com/office/drawing/2014/main" id="{B2EB6061-05D0-7045-BDF6-94EF143F6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2100" y="5036557"/>
              <a:ext cx="22225" cy="1873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4" name="Rectangle 89">
              <a:extLst>
                <a:ext uri="{FF2B5EF4-FFF2-40B4-BE49-F238E27FC236}">
                  <a16:creationId xmlns:a16="http://schemas.microsoft.com/office/drawing/2014/main" id="{9FCF2B18-B06A-364E-9603-A87C406C8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1462" y="5201657"/>
              <a:ext cx="63500" cy="222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5" name="Rectangle 90">
              <a:extLst>
                <a:ext uri="{FF2B5EF4-FFF2-40B4-BE49-F238E27FC236}">
                  <a16:creationId xmlns:a16="http://schemas.microsoft.com/office/drawing/2014/main" id="{7CAF49E4-CBDD-0141-9DF0-57912D6BA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8312" y="5006395"/>
              <a:ext cx="22225" cy="101600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6" name="Rectangle 91">
              <a:extLst>
                <a:ext uri="{FF2B5EF4-FFF2-40B4-BE49-F238E27FC236}">
                  <a16:creationId xmlns:a16="http://schemas.microsoft.com/office/drawing/2014/main" id="{74876D87-8A08-A949-9AD0-1D92046B8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7675" y="5087357"/>
              <a:ext cx="63500" cy="20638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7" name="Rectangle 92">
              <a:extLst>
                <a:ext uri="{FF2B5EF4-FFF2-40B4-BE49-F238E27FC236}">
                  <a16:creationId xmlns:a16="http://schemas.microsoft.com/office/drawing/2014/main" id="{F3592EA4-6387-E640-96DC-C5259D633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4525" y="5130220"/>
              <a:ext cx="22225" cy="1238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8" name="Rectangle 93">
              <a:extLst>
                <a:ext uri="{FF2B5EF4-FFF2-40B4-BE49-F238E27FC236}">
                  <a16:creationId xmlns:a16="http://schemas.microsoft.com/office/drawing/2014/main" id="{5B746669-4B3F-2643-8860-A6F5B4CCF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3887" y="5231820"/>
              <a:ext cx="63500" cy="222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09" name="Rectangle 94">
              <a:extLst>
                <a:ext uri="{FF2B5EF4-FFF2-40B4-BE49-F238E27FC236}">
                  <a16:creationId xmlns:a16="http://schemas.microsoft.com/office/drawing/2014/main" id="{500AF27B-8B07-8A4B-9CF4-B9669A9DA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90737" y="5201657"/>
              <a:ext cx="22225" cy="1762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10" name="Rectangle 95">
              <a:extLst>
                <a:ext uri="{FF2B5EF4-FFF2-40B4-BE49-F238E27FC236}">
                  <a16:creationId xmlns:a16="http://schemas.microsoft.com/office/drawing/2014/main" id="{F0450B56-6694-5449-844A-B7916CB40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0100" y="5358820"/>
              <a:ext cx="63500" cy="19050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11" name="Freeform 96">
              <a:extLst>
                <a:ext uri="{FF2B5EF4-FFF2-40B4-BE49-F238E27FC236}">
                  <a16:creationId xmlns:a16="http://schemas.microsoft.com/office/drawing/2014/main" id="{FFA866C4-B1C9-654F-BCA8-6A4C4E6A7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5908095"/>
              <a:ext cx="73025" cy="1587"/>
            </a:xfrm>
            <a:custGeom>
              <a:avLst/>
              <a:gdLst>
                <a:gd name="T0" fmla="*/ 0 w 59"/>
                <a:gd name="T1" fmla="*/ 0 h 1587"/>
                <a:gd name="T2" fmla="*/ 2147483646 w 59"/>
                <a:gd name="T3" fmla="*/ 0 h 1587"/>
                <a:gd name="T4" fmla="*/ 2147483646 w 59"/>
                <a:gd name="T5" fmla="*/ 0 h 1587"/>
                <a:gd name="T6" fmla="*/ 0 60000 65536"/>
                <a:gd name="T7" fmla="*/ 0 60000 65536"/>
                <a:gd name="T8" fmla="*/ 0 60000 65536"/>
                <a:gd name="T9" fmla="*/ 0 w 59"/>
                <a:gd name="T10" fmla="*/ 0 h 1587"/>
                <a:gd name="T11" fmla="*/ 59 w 59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587">
                  <a:moveTo>
                    <a:pt x="0" y="0"/>
                  </a:moveTo>
                  <a:lnTo>
                    <a:pt x="50" y="0"/>
                  </a:lnTo>
                  <a:lnTo>
                    <a:pt x="59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12" name="Freeform 97">
              <a:extLst>
                <a:ext uri="{FF2B5EF4-FFF2-40B4-BE49-F238E27FC236}">
                  <a16:creationId xmlns:a16="http://schemas.microsoft.com/office/drawing/2014/main" id="{351B8CE1-F49E-1F48-B2C8-3800ADA5C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5460420"/>
              <a:ext cx="73025" cy="1587"/>
            </a:xfrm>
            <a:custGeom>
              <a:avLst/>
              <a:gdLst>
                <a:gd name="T0" fmla="*/ 0 w 59"/>
                <a:gd name="T1" fmla="*/ 0 h 1587"/>
                <a:gd name="T2" fmla="*/ 2147483646 w 59"/>
                <a:gd name="T3" fmla="*/ 0 h 1587"/>
                <a:gd name="T4" fmla="*/ 2147483646 w 59"/>
                <a:gd name="T5" fmla="*/ 0 h 1587"/>
                <a:gd name="T6" fmla="*/ 0 60000 65536"/>
                <a:gd name="T7" fmla="*/ 0 60000 65536"/>
                <a:gd name="T8" fmla="*/ 0 60000 65536"/>
                <a:gd name="T9" fmla="*/ 0 w 59"/>
                <a:gd name="T10" fmla="*/ 0 h 1587"/>
                <a:gd name="T11" fmla="*/ 59 w 59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587">
                  <a:moveTo>
                    <a:pt x="0" y="0"/>
                  </a:moveTo>
                  <a:lnTo>
                    <a:pt x="50" y="0"/>
                  </a:lnTo>
                  <a:lnTo>
                    <a:pt x="59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13" name="Freeform 98">
              <a:extLst>
                <a:ext uri="{FF2B5EF4-FFF2-40B4-BE49-F238E27FC236}">
                  <a16:creationId xmlns:a16="http://schemas.microsoft.com/office/drawing/2014/main" id="{27DFF094-BC20-B747-84CB-D92AF5DFB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5014332"/>
              <a:ext cx="73025" cy="1588"/>
            </a:xfrm>
            <a:custGeom>
              <a:avLst/>
              <a:gdLst>
                <a:gd name="T0" fmla="*/ 0 w 59"/>
                <a:gd name="T1" fmla="*/ 0 h 1588"/>
                <a:gd name="T2" fmla="*/ 2147483646 w 59"/>
                <a:gd name="T3" fmla="*/ 0 h 1588"/>
                <a:gd name="T4" fmla="*/ 2147483646 w 59"/>
                <a:gd name="T5" fmla="*/ 0 h 1588"/>
                <a:gd name="T6" fmla="*/ 0 60000 65536"/>
                <a:gd name="T7" fmla="*/ 0 60000 65536"/>
                <a:gd name="T8" fmla="*/ 0 60000 65536"/>
                <a:gd name="T9" fmla="*/ 0 w 59"/>
                <a:gd name="T10" fmla="*/ 0 h 1588"/>
                <a:gd name="T11" fmla="*/ 59 w 59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588">
                  <a:moveTo>
                    <a:pt x="0" y="0"/>
                  </a:moveTo>
                  <a:lnTo>
                    <a:pt x="50" y="0"/>
                  </a:lnTo>
                  <a:lnTo>
                    <a:pt x="59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14" name="Freeform 99">
              <a:extLst>
                <a:ext uri="{FF2B5EF4-FFF2-40B4-BE49-F238E27FC236}">
                  <a16:creationId xmlns:a16="http://schemas.microsoft.com/office/drawing/2014/main" id="{7477C8C8-505A-1340-931A-04EFF7D7D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4558720"/>
              <a:ext cx="73025" cy="1587"/>
            </a:xfrm>
            <a:custGeom>
              <a:avLst/>
              <a:gdLst>
                <a:gd name="T0" fmla="*/ 0 w 59"/>
                <a:gd name="T1" fmla="*/ 0 h 1587"/>
                <a:gd name="T2" fmla="*/ 2147483646 w 59"/>
                <a:gd name="T3" fmla="*/ 0 h 1587"/>
                <a:gd name="T4" fmla="*/ 2147483646 w 59"/>
                <a:gd name="T5" fmla="*/ 0 h 1587"/>
                <a:gd name="T6" fmla="*/ 0 60000 65536"/>
                <a:gd name="T7" fmla="*/ 0 60000 65536"/>
                <a:gd name="T8" fmla="*/ 0 60000 65536"/>
                <a:gd name="T9" fmla="*/ 0 w 59"/>
                <a:gd name="T10" fmla="*/ 0 h 1587"/>
                <a:gd name="T11" fmla="*/ 59 w 59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587">
                  <a:moveTo>
                    <a:pt x="0" y="0"/>
                  </a:moveTo>
                  <a:lnTo>
                    <a:pt x="50" y="0"/>
                  </a:lnTo>
                  <a:lnTo>
                    <a:pt x="59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15" name="Freeform 100">
              <a:extLst>
                <a:ext uri="{FF2B5EF4-FFF2-40B4-BE49-F238E27FC236}">
                  <a16:creationId xmlns:a16="http://schemas.microsoft.com/office/drawing/2014/main" id="{BC7591F2-CE62-5441-B462-32C93F996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4112632"/>
              <a:ext cx="73025" cy="1588"/>
            </a:xfrm>
            <a:custGeom>
              <a:avLst/>
              <a:gdLst>
                <a:gd name="T0" fmla="*/ 0 w 59"/>
                <a:gd name="T1" fmla="*/ 0 h 1588"/>
                <a:gd name="T2" fmla="*/ 2147483646 w 59"/>
                <a:gd name="T3" fmla="*/ 0 h 1588"/>
                <a:gd name="T4" fmla="*/ 2147483646 w 59"/>
                <a:gd name="T5" fmla="*/ 0 h 1588"/>
                <a:gd name="T6" fmla="*/ 0 60000 65536"/>
                <a:gd name="T7" fmla="*/ 0 60000 65536"/>
                <a:gd name="T8" fmla="*/ 0 60000 65536"/>
                <a:gd name="T9" fmla="*/ 0 w 59"/>
                <a:gd name="T10" fmla="*/ 0 h 1588"/>
                <a:gd name="T11" fmla="*/ 59 w 59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588">
                  <a:moveTo>
                    <a:pt x="0" y="0"/>
                  </a:moveTo>
                  <a:lnTo>
                    <a:pt x="50" y="0"/>
                  </a:lnTo>
                  <a:lnTo>
                    <a:pt x="59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16" name="Freeform 101">
              <a:extLst>
                <a:ext uri="{FF2B5EF4-FFF2-40B4-BE49-F238E27FC236}">
                  <a16:creationId xmlns:a16="http://schemas.microsoft.com/office/drawing/2014/main" id="{060FB407-C09B-CE46-9A56-0D8179AE5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3668132"/>
              <a:ext cx="73025" cy="1588"/>
            </a:xfrm>
            <a:custGeom>
              <a:avLst/>
              <a:gdLst>
                <a:gd name="T0" fmla="*/ 0 w 59"/>
                <a:gd name="T1" fmla="*/ 0 h 1588"/>
                <a:gd name="T2" fmla="*/ 2147483646 w 59"/>
                <a:gd name="T3" fmla="*/ 0 h 1588"/>
                <a:gd name="T4" fmla="*/ 2147483646 w 59"/>
                <a:gd name="T5" fmla="*/ 0 h 1588"/>
                <a:gd name="T6" fmla="*/ 0 60000 65536"/>
                <a:gd name="T7" fmla="*/ 0 60000 65536"/>
                <a:gd name="T8" fmla="*/ 0 60000 65536"/>
                <a:gd name="T9" fmla="*/ 0 w 59"/>
                <a:gd name="T10" fmla="*/ 0 h 1588"/>
                <a:gd name="T11" fmla="*/ 59 w 59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588">
                  <a:moveTo>
                    <a:pt x="0" y="0"/>
                  </a:moveTo>
                  <a:lnTo>
                    <a:pt x="50" y="0"/>
                  </a:lnTo>
                  <a:lnTo>
                    <a:pt x="59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17" name="Freeform 102">
              <a:extLst>
                <a:ext uri="{FF2B5EF4-FFF2-40B4-BE49-F238E27FC236}">
                  <a16:creationId xmlns:a16="http://schemas.microsoft.com/office/drawing/2014/main" id="{62602C1E-D140-3B4E-97A4-58D876123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5908095"/>
              <a:ext cx="73025" cy="1587"/>
            </a:xfrm>
            <a:custGeom>
              <a:avLst/>
              <a:gdLst>
                <a:gd name="T0" fmla="*/ 2147483646 w 58"/>
                <a:gd name="T1" fmla="*/ 0 h 1587"/>
                <a:gd name="T2" fmla="*/ 2147483646 w 58"/>
                <a:gd name="T3" fmla="*/ 0 h 1587"/>
                <a:gd name="T4" fmla="*/ 0 w 58"/>
                <a:gd name="T5" fmla="*/ 0 h 1587"/>
                <a:gd name="T6" fmla="*/ 0 60000 65536"/>
                <a:gd name="T7" fmla="*/ 0 60000 65536"/>
                <a:gd name="T8" fmla="*/ 0 60000 65536"/>
                <a:gd name="T9" fmla="*/ 0 w 58"/>
                <a:gd name="T10" fmla="*/ 0 h 1587"/>
                <a:gd name="T11" fmla="*/ 58 w 58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1587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18" name="Freeform 103">
              <a:extLst>
                <a:ext uri="{FF2B5EF4-FFF2-40B4-BE49-F238E27FC236}">
                  <a16:creationId xmlns:a16="http://schemas.microsoft.com/office/drawing/2014/main" id="{806E55B0-000B-4C49-A722-135DD54F1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5627107"/>
              <a:ext cx="73025" cy="0"/>
            </a:xfrm>
            <a:custGeom>
              <a:avLst/>
              <a:gdLst>
                <a:gd name="T0" fmla="*/ 2147483646 w 58"/>
                <a:gd name="T1" fmla="*/ 2147483646 w 58"/>
                <a:gd name="T2" fmla="*/ 0 w 58"/>
                <a:gd name="T3" fmla="*/ 0 60000 65536"/>
                <a:gd name="T4" fmla="*/ 0 60000 65536"/>
                <a:gd name="T5" fmla="*/ 0 60000 65536"/>
                <a:gd name="T6" fmla="*/ 0 w 58"/>
                <a:gd name="T7" fmla="*/ 58 w 58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58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19" name="Freeform 104">
              <a:extLst>
                <a:ext uri="{FF2B5EF4-FFF2-40B4-BE49-F238E27FC236}">
                  <a16:creationId xmlns:a16="http://schemas.microsoft.com/office/drawing/2014/main" id="{851DD020-CD7C-A942-A890-E53A25216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5346120"/>
              <a:ext cx="73025" cy="1587"/>
            </a:xfrm>
            <a:custGeom>
              <a:avLst/>
              <a:gdLst>
                <a:gd name="T0" fmla="*/ 2147483646 w 58"/>
                <a:gd name="T1" fmla="*/ 0 h 1587"/>
                <a:gd name="T2" fmla="*/ 2147483646 w 58"/>
                <a:gd name="T3" fmla="*/ 0 h 1587"/>
                <a:gd name="T4" fmla="*/ 0 w 58"/>
                <a:gd name="T5" fmla="*/ 0 h 1587"/>
                <a:gd name="T6" fmla="*/ 0 60000 65536"/>
                <a:gd name="T7" fmla="*/ 0 60000 65536"/>
                <a:gd name="T8" fmla="*/ 0 60000 65536"/>
                <a:gd name="T9" fmla="*/ 0 w 58"/>
                <a:gd name="T10" fmla="*/ 0 h 1587"/>
                <a:gd name="T11" fmla="*/ 58 w 58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1587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0" name="Freeform 105">
              <a:extLst>
                <a:ext uri="{FF2B5EF4-FFF2-40B4-BE49-F238E27FC236}">
                  <a16:creationId xmlns:a16="http://schemas.microsoft.com/office/drawing/2014/main" id="{AC25ED1E-32C4-9540-AAE2-059D8C12440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5068307"/>
              <a:ext cx="73025" cy="1588"/>
            </a:xfrm>
            <a:custGeom>
              <a:avLst/>
              <a:gdLst>
                <a:gd name="T0" fmla="*/ 2147483646 w 58"/>
                <a:gd name="T1" fmla="*/ 0 h 1588"/>
                <a:gd name="T2" fmla="*/ 2147483646 w 58"/>
                <a:gd name="T3" fmla="*/ 0 h 1588"/>
                <a:gd name="T4" fmla="*/ 0 w 58"/>
                <a:gd name="T5" fmla="*/ 0 h 1588"/>
                <a:gd name="T6" fmla="*/ 0 60000 65536"/>
                <a:gd name="T7" fmla="*/ 0 60000 65536"/>
                <a:gd name="T8" fmla="*/ 0 60000 65536"/>
                <a:gd name="T9" fmla="*/ 0 w 58"/>
                <a:gd name="T10" fmla="*/ 0 h 1588"/>
                <a:gd name="T11" fmla="*/ 58 w 58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1588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1" name="Freeform 106">
              <a:extLst>
                <a:ext uri="{FF2B5EF4-FFF2-40B4-BE49-F238E27FC236}">
                  <a16:creationId xmlns:a16="http://schemas.microsoft.com/office/drawing/2014/main" id="{265FCFBF-490C-7342-97B7-7308D0D68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4787320"/>
              <a:ext cx="73025" cy="0"/>
            </a:xfrm>
            <a:custGeom>
              <a:avLst/>
              <a:gdLst>
                <a:gd name="T0" fmla="*/ 2147483646 w 58"/>
                <a:gd name="T1" fmla="*/ 2147483646 w 58"/>
                <a:gd name="T2" fmla="*/ 0 w 58"/>
                <a:gd name="T3" fmla="*/ 0 60000 65536"/>
                <a:gd name="T4" fmla="*/ 0 60000 65536"/>
                <a:gd name="T5" fmla="*/ 0 60000 65536"/>
                <a:gd name="T6" fmla="*/ 0 w 58"/>
                <a:gd name="T7" fmla="*/ 58 w 58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58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2" name="Freeform 107">
              <a:extLst>
                <a:ext uri="{FF2B5EF4-FFF2-40B4-BE49-F238E27FC236}">
                  <a16:creationId xmlns:a16="http://schemas.microsoft.com/office/drawing/2014/main" id="{38B96494-1FBF-C647-A931-FC24DBC91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4507920"/>
              <a:ext cx="73025" cy="1587"/>
            </a:xfrm>
            <a:custGeom>
              <a:avLst/>
              <a:gdLst>
                <a:gd name="T0" fmla="*/ 2147483646 w 58"/>
                <a:gd name="T1" fmla="*/ 0 h 1587"/>
                <a:gd name="T2" fmla="*/ 2147483646 w 58"/>
                <a:gd name="T3" fmla="*/ 0 h 1587"/>
                <a:gd name="T4" fmla="*/ 0 w 58"/>
                <a:gd name="T5" fmla="*/ 0 h 1587"/>
                <a:gd name="T6" fmla="*/ 0 60000 65536"/>
                <a:gd name="T7" fmla="*/ 0 60000 65536"/>
                <a:gd name="T8" fmla="*/ 0 60000 65536"/>
                <a:gd name="T9" fmla="*/ 0 w 58"/>
                <a:gd name="T10" fmla="*/ 0 h 1587"/>
                <a:gd name="T11" fmla="*/ 58 w 58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1587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3" name="Freeform 108">
              <a:extLst>
                <a:ext uri="{FF2B5EF4-FFF2-40B4-BE49-F238E27FC236}">
                  <a16:creationId xmlns:a16="http://schemas.microsoft.com/office/drawing/2014/main" id="{C9756DBF-7AF2-884E-90A4-F051CAED0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4228520"/>
              <a:ext cx="73025" cy="1587"/>
            </a:xfrm>
            <a:custGeom>
              <a:avLst/>
              <a:gdLst>
                <a:gd name="T0" fmla="*/ 2147483646 w 58"/>
                <a:gd name="T1" fmla="*/ 0 h 1587"/>
                <a:gd name="T2" fmla="*/ 2147483646 w 58"/>
                <a:gd name="T3" fmla="*/ 0 h 1587"/>
                <a:gd name="T4" fmla="*/ 0 w 58"/>
                <a:gd name="T5" fmla="*/ 0 h 1587"/>
                <a:gd name="T6" fmla="*/ 0 60000 65536"/>
                <a:gd name="T7" fmla="*/ 0 60000 65536"/>
                <a:gd name="T8" fmla="*/ 0 60000 65536"/>
                <a:gd name="T9" fmla="*/ 0 w 58"/>
                <a:gd name="T10" fmla="*/ 0 h 1587"/>
                <a:gd name="T11" fmla="*/ 58 w 58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1587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4" name="Freeform 109">
              <a:extLst>
                <a:ext uri="{FF2B5EF4-FFF2-40B4-BE49-F238E27FC236}">
                  <a16:creationId xmlns:a16="http://schemas.microsoft.com/office/drawing/2014/main" id="{F0FE109B-65DA-F145-AA98-EA35ED1F4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3947532"/>
              <a:ext cx="73025" cy="0"/>
            </a:xfrm>
            <a:custGeom>
              <a:avLst/>
              <a:gdLst>
                <a:gd name="T0" fmla="*/ 2147483646 w 58"/>
                <a:gd name="T1" fmla="*/ 2147483646 w 58"/>
                <a:gd name="T2" fmla="*/ 0 w 58"/>
                <a:gd name="T3" fmla="*/ 0 60000 65536"/>
                <a:gd name="T4" fmla="*/ 0 60000 65536"/>
                <a:gd name="T5" fmla="*/ 0 60000 65536"/>
                <a:gd name="T6" fmla="*/ 0 w 58"/>
                <a:gd name="T7" fmla="*/ 58 w 58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58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5" name="Freeform 110">
              <a:extLst>
                <a:ext uri="{FF2B5EF4-FFF2-40B4-BE49-F238E27FC236}">
                  <a16:creationId xmlns:a16="http://schemas.microsoft.com/office/drawing/2014/main" id="{3D272B0B-37B9-4543-8FE1-7EE4A3F699D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0487" y="3668132"/>
              <a:ext cx="73025" cy="1588"/>
            </a:xfrm>
            <a:custGeom>
              <a:avLst/>
              <a:gdLst>
                <a:gd name="T0" fmla="*/ 2147483646 w 58"/>
                <a:gd name="T1" fmla="*/ 0 h 1588"/>
                <a:gd name="T2" fmla="*/ 2147483646 w 58"/>
                <a:gd name="T3" fmla="*/ 0 h 1588"/>
                <a:gd name="T4" fmla="*/ 0 w 58"/>
                <a:gd name="T5" fmla="*/ 0 h 1588"/>
                <a:gd name="T6" fmla="*/ 0 60000 65536"/>
                <a:gd name="T7" fmla="*/ 0 60000 65536"/>
                <a:gd name="T8" fmla="*/ 0 60000 65536"/>
                <a:gd name="T9" fmla="*/ 0 w 58"/>
                <a:gd name="T10" fmla="*/ 0 h 1588"/>
                <a:gd name="T11" fmla="*/ 58 w 58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" h="1588">
                  <a:moveTo>
                    <a:pt x="58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6" name="Freeform 111">
              <a:extLst>
                <a:ext uri="{FF2B5EF4-FFF2-40B4-BE49-F238E27FC236}">
                  <a16:creationId xmlns:a16="http://schemas.microsoft.com/office/drawing/2014/main" id="{0C73FC8B-66CC-744A-B3A3-6631C50A9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5833482"/>
              <a:ext cx="1587" cy="74613"/>
            </a:xfrm>
            <a:custGeom>
              <a:avLst/>
              <a:gdLst>
                <a:gd name="T0" fmla="*/ 0 w 1587"/>
                <a:gd name="T1" fmla="*/ 2147483646 h 59"/>
                <a:gd name="T2" fmla="*/ 0 w 1587"/>
                <a:gd name="T3" fmla="*/ 2147483646 h 59"/>
                <a:gd name="T4" fmla="*/ 0 w 1587"/>
                <a:gd name="T5" fmla="*/ 0 h 59"/>
                <a:gd name="T6" fmla="*/ 0 60000 65536"/>
                <a:gd name="T7" fmla="*/ 0 60000 65536"/>
                <a:gd name="T8" fmla="*/ 0 60000 65536"/>
                <a:gd name="T9" fmla="*/ 0 w 1587"/>
                <a:gd name="T10" fmla="*/ 0 h 59"/>
                <a:gd name="T11" fmla="*/ 1587 w 1587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59">
                  <a:moveTo>
                    <a:pt x="0" y="5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7" name="Freeform 112">
              <a:extLst>
                <a:ext uri="{FF2B5EF4-FFF2-40B4-BE49-F238E27FC236}">
                  <a16:creationId xmlns:a16="http://schemas.microsoft.com/office/drawing/2014/main" id="{544A9135-76BD-114E-9147-81F47D766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087" y="5833482"/>
              <a:ext cx="1588" cy="74613"/>
            </a:xfrm>
            <a:custGeom>
              <a:avLst/>
              <a:gdLst>
                <a:gd name="T0" fmla="*/ 0 w 1588"/>
                <a:gd name="T1" fmla="*/ 2147483646 h 59"/>
                <a:gd name="T2" fmla="*/ 0 w 1588"/>
                <a:gd name="T3" fmla="*/ 2147483646 h 59"/>
                <a:gd name="T4" fmla="*/ 0 w 1588"/>
                <a:gd name="T5" fmla="*/ 0 h 59"/>
                <a:gd name="T6" fmla="*/ 0 60000 65536"/>
                <a:gd name="T7" fmla="*/ 0 60000 65536"/>
                <a:gd name="T8" fmla="*/ 0 60000 65536"/>
                <a:gd name="T9" fmla="*/ 0 w 1588"/>
                <a:gd name="T10" fmla="*/ 0 h 59"/>
                <a:gd name="T11" fmla="*/ 1588 w 1588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9">
                  <a:moveTo>
                    <a:pt x="0" y="5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8" name="Freeform 113">
              <a:extLst>
                <a:ext uri="{FF2B5EF4-FFF2-40B4-BE49-F238E27FC236}">
                  <a16:creationId xmlns:a16="http://schemas.microsoft.com/office/drawing/2014/main" id="{EE168A8C-1F6B-1649-8C95-1730CC91E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9637" y="5833482"/>
              <a:ext cx="1588" cy="74613"/>
            </a:xfrm>
            <a:custGeom>
              <a:avLst/>
              <a:gdLst>
                <a:gd name="T0" fmla="*/ 0 w 1588"/>
                <a:gd name="T1" fmla="*/ 2147483646 h 59"/>
                <a:gd name="T2" fmla="*/ 0 w 1588"/>
                <a:gd name="T3" fmla="*/ 2147483646 h 59"/>
                <a:gd name="T4" fmla="*/ 0 w 1588"/>
                <a:gd name="T5" fmla="*/ 0 h 59"/>
                <a:gd name="T6" fmla="*/ 0 60000 65536"/>
                <a:gd name="T7" fmla="*/ 0 60000 65536"/>
                <a:gd name="T8" fmla="*/ 0 60000 65536"/>
                <a:gd name="T9" fmla="*/ 0 w 1588"/>
                <a:gd name="T10" fmla="*/ 0 h 59"/>
                <a:gd name="T11" fmla="*/ 1588 w 1588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9">
                  <a:moveTo>
                    <a:pt x="0" y="5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29" name="Freeform 114">
              <a:extLst>
                <a:ext uri="{FF2B5EF4-FFF2-40B4-BE49-F238E27FC236}">
                  <a16:creationId xmlns:a16="http://schemas.microsoft.com/office/drawing/2014/main" id="{1C74B90E-CF2E-9041-85C6-4C9A864C9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300" y="5833482"/>
              <a:ext cx="1587" cy="74613"/>
            </a:xfrm>
            <a:custGeom>
              <a:avLst/>
              <a:gdLst>
                <a:gd name="T0" fmla="*/ 0 w 1587"/>
                <a:gd name="T1" fmla="*/ 2147483646 h 59"/>
                <a:gd name="T2" fmla="*/ 0 w 1587"/>
                <a:gd name="T3" fmla="*/ 2147483646 h 59"/>
                <a:gd name="T4" fmla="*/ 0 w 1587"/>
                <a:gd name="T5" fmla="*/ 0 h 59"/>
                <a:gd name="T6" fmla="*/ 0 60000 65536"/>
                <a:gd name="T7" fmla="*/ 0 60000 65536"/>
                <a:gd name="T8" fmla="*/ 0 60000 65536"/>
                <a:gd name="T9" fmla="*/ 0 w 1587"/>
                <a:gd name="T10" fmla="*/ 0 h 59"/>
                <a:gd name="T11" fmla="*/ 1587 w 1587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59">
                  <a:moveTo>
                    <a:pt x="0" y="5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0" name="Freeform 115">
              <a:extLst>
                <a:ext uri="{FF2B5EF4-FFF2-40B4-BE49-F238E27FC236}">
                  <a16:creationId xmlns:a16="http://schemas.microsoft.com/office/drawing/2014/main" id="{FE38FAB3-F265-B84E-B954-6D434FC94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50" y="5833482"/>
              <a:ext cx="1587" cy="74613"/>
            </a:xfrm>
            <a:custGeom>
              <a:avLst/>
              <a:gdLst>
                <a:gd name="T0" fmla="*/ 0 w 1587"/>
                <a:gd name="T1" fmla="*/ 2147483646 h 59"/>
                <a:gd name="T2" fmla="*/ 0 w 1587"/>
                <a:gd name="T3" fmla="*/ 2147483646 h 59"/>
                <a:gd name="T4" fmla="*/ 0 w 1587"/>
                <a:gd name="T5" fmla="*/ 0 h 59"/>
                <a:gd name="T6" fmla="*/ 0 60000 65536"/>
                <a:gd name="T7" fmla="*/ 0 60000 65536"/>
                <a:gd name="T8" fmla="*/ 0 60000 65536"/>
                <a:gd name="T9" fmla="*/ 0 w 1587"/>
                <a:gd name="T10" fmla="*/ 0 h 59"/>
                <a:gd name="T11" fmla="*/ 1587 w 1587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59">
                  <a:moveTo>
                    <a:pt x="0" y="5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1" name="Freeform 116">
              <a:extLst>
                <a:ext uri="{FF2B5EF4-FFF2-40B4-BE49-F238E27FC236}">
                  <a16:creationId xmlns:a16="http://schemas.microsoft.com/office/drawing/2014/main" id="{51967E6E-8404-F84F-8B57-DC8E929B5E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3512" y="5833482"/>
              <a:ext cx="1588" cy="74613"/>
            </a:xfrm>
            <a:custGeom>
              <a:avLst/>
              <a:gdLst>
                <a:gd name="T0" fmla="*/ 0 w 1588"/>
                <a:gd name="T1" fmla="*/ 2147483646 h 59"/>
                <a:gd name="T2" fmla="*/ 0 w 1588"/>
                <a:gd name="T3" fmla="*/ 2147483646 h 59"/>
                <a:gd name="T4" fmla="*/ 0 w 1588"/>
                <a:gd name="T5" fmla="*/ 0 h 59"/>
                <a:gd name="T6" fmla="*/ 0 60000 65536"/>
                <a:gd name="T7" fmla="*/ 0 60000 65536"/>
                <a:gd name="T8" fmla="*/ 0 60000 65536"/>
                <a:gd name="T9" fmla="*/ 0 w 1588"/>
                <a:gd name="T10" fmla="*/ 0 h 59"/>
                <a:gd name="T11" fmla="*/ 1588 w 1588"/>
                <a:gd name="T12" fmla="*/ 59 h 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9">
                  <a:moveTo>
                    <a:pt x="0" y="59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2" name="Freeform 117">
              <a:extLst>
                <a:ext uri="{FF2B5EF4-FFF2-40B4-BE49-F238E27FC236}">
                  <a16:creationId xmlns:a16="http://schemas.microsoft.com/office/drawing/2014/main" id="{CB2C90FB-44E0-E947-8146-F112E90E1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3668132"/>
              <a:ext cx="1587" cy="73025"/>
            </a:xfrm>
            <a:custGeom>
              <a:avLst/>
              <a:gdLst>
                <a:gd name="T0" fmla="*/ 0 w 1587"/>
                <a:gd name="T1" fmla="*/ 0 h 58"/>
                <a:gd name="T2" fmla="*/ 0 w 1587"/>
                <a:gd name="T3" fmla="*/ 2147483646 h 58"/>
                <a:gd name="T4" fmla="*/ 0 w 1587"/>
                <a:gd name="T5" fmla="*/ 2147483646 h 58"/>
                <a:gd name="T6" fmla="*/ 0 60000 65536"/>
                <a:gd name="T7" fmla="*/ 0 60000 65536"/>
                <a:gd name="T8" fmla="*/ 0 60000 65536"/>
                <a:gd name="T9" fmla="*/ 0 w 1587"/>
                <a:gd name="T10" fmla="*/ 0 h 58"/>
                <a:gd name="T11" fmla="*/ 1587 w 1587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58">
                  <a:moveTo>
                    <a:pt x="0" y="0"/>
                  </a:moveTo>
                  <a:lnTo>
                    <a:pt x="0" y="50"/>
                  </a:lnTo>
                  <a:lnTo>
                    <a:pt x="0" y="58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3" name="Freeform 118">
              <a:extLst>
                <a:ext uri="{FF2B5EF4-FFF2-40B4-BE49-F238E27FC236}">
                  <a16:creationId xmlns:a16="http://schemas.microsoft.com/office/drawing/2014/main" id="{95B08A87-2BDA-8F4F-ABBC-FC15CF4C2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087" y="3668132"/>
              <a:ext cx="1588" cy="73025"/>
            </a:xfrm>
            <a:custGeom>
              <a:avLst/>
              <a:gdLst>
                <a:gd name="T0" fmla="*/ 0 w 1588"/>
                <a:gd name="T1" fmla="*/ 0 h 58"/>
                <a:gd name="T2" fmla="*/ 0 w 1588"/>
                <a:gd name="T3" fmla="*/ 2147483646 h 58"/>
                <a:gd name="T4" fmla="*/ 0 w 1588"/>
                <a:gd name="T5" fmla="*/ 2147483646 h 58"/>
                <a:gd name="T6" fmla="*/ 0 60000 65536"/>
                <a:gd name="T7" fmla="*/ 0 60000 65536"/>
                <a:gd name="T8" fmla="*/ 0 60000 65536"/>
                <a:gd name="T9" fmla="*/ 0 w 1588"/>
                <a:gd name="T10" fmla="*/ 0 h 58"/>
                <a:gd name="T11" fmla="*/ 1588 w 1588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8">
                  <a:moveTo>
                    <a:pt x="0" y="0"/>
                  </a:moveTo>
                  <a:lnTo>
                    <a:pt x="0" y="50"/>
                  </a:lnTo>
                  <a:lnTo>
                    <a:pt x="0" y="58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4" name="Freeform 119">
              <a:extLst>
                <a:ext uri="{FF2B5EF4-FFF2-40B4-BE49-F238E27FC236}">
                  <a16:creationId xmlns:a16="http://schemas.microsoft.com/office/drawing/2014/main" id="{1564DEBB-CABF-7842-B1E1-7BD04DEE0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9637" y="3668132"/>
              <a:ext cx="1588" cy="73025"/>
            </a:xfrm>
            <a:custGeom>
              <a:avLst/>
              <a:gdLst>
                <a:gd name="T0" fmla="*/ 0 w 1588"/>
                <a:gd name="T1" fmla="*/ 0 h 58"/>
                <a:gd name="T2" fmla="*/ 0 w 1588"/>
                <a:gd name="T3" fmla="*/ 2147483646 h 58"/>
                <a:gd name="T4" fmla="*/ 0 w 1588"/>
                <a:gd name="T5" fmla="*/ 2147483646 h 58"/>
                <a:gd name="T6" fmla="*/ 0 60000 65536"/>
                <a:gd name="T7" fmla="*/ 0 60000 65536"/>
                <a:gd name="T8" fmla="*/ 0 60000 65536"/>
                <a:gd name="T9" fmla="*/ 0 w 1588"/>
                <a:gd name="T10" fmla="*/ 0 h 58"/>
                <a:gd name="T11" fmla="*/ 1588 w 1588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8">
                  <a:moveTo>
                    <a:pt x="0" y="0"/>
                  </a:moveTo>
                  <a:lnTo>
                    <a:pt x="0" y="50"/>
                  </a:lnTo>
                  <a:lnTo>
                    <a:pt x="0" y="58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5" name="Freeform 120">
              <a:extLst>
                <a:ext uri="{FF2B5EF4-FFF2-40B4-BE49-F238E27FC236}">
                  <a16:creationId xmlns:a16="http://schemas.microsoft.com/office/drawing/2014/main" id="{A23AD0C3-02AB-AF47-85CC-2721D69C0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300" y="3668132"/>
              <a:ext cx="1587" cy="73025"/>
            </a:xfrm>
            <a:custGeom>
              <a:avLst/>
              <a:gdLst>
                <a:gd name="T0" fmla="*/ 0 w 1587"/>
                <a:gd name="T1" fmla="*/ 0 h 58"/>
                <a:gd name="T2" fmla="*/ 0 w 1587"/>
                <a:gd name="T3" fmla="*/ 2147483646 h 58"/>
                <a:gd name="T4" fmla="*/ 0 w 1587"/>
                <a:gd name="T5" fmla="*/ 2147483646 h 58"/>
                <a:gd name="T6" fmla="*/ 0 60000 65536"/>
                <a:gd name="T7" fmla="*/ 0 60000 65536"/>
                <a:gd name="T8" fmla="*/ 0 60000 65536"/>
                <a:gd name="T9" fmla="*/ 0 w 1587"/>
                <a:gd name="T10" fmla="*/ 0 h 58"/>
                <a:gd name="T11" fmla="*/ 1587 w 1587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58">
                  <a:moveTo>
                    <a:pt x="0" y="0"/>
                  </a:moveTo>
                  <a:lnTo>
                    <a:pt x="0" y="50"/>
                  </a:lnTo>
                  <a:lnTo>
                    <a:pt x="0" y="58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6" name="Freeform 121">
              <a:extLst>
                <a:ext uri="{FF2B5EF4-FFF2-40B4-BE49-F238E27FC236}">
                  <a16:creationId xmlns:a16="http://schemas.microsoft.com/office/drawing/2014/main" id="{E0DE4820-1BDA-B245-94E7-3486F87B2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50" y="3668132"/>
              <a:ext cx="1587" cy="73025"/>
            </a:xfrm>
            <a:custGeom>
              <a:avLst/>
              <a:gdLst>
                <a:gd name="T0" fmla="*/ 0 w 1587"/>
                <a:gd name="T1" fmla="*/ 0 h 58"/>
                <a:gd name="T2" fmla="*/ 0 w 1587"/>
                <a:gd name="T3" fmla="*/ 2147483646 h 58"/>
                <a:gd name="T4" fmla="*/ 0 w 1587"/>
                <a:gd name="T5" fmla="*/ 2147483646 h 58"/>
                <a:gd name="T6" fmla="*/ 0 60000 65536"/>
                <a:gd name="T7" fmla="*/ 0 60000 65536"/>
                <a:gd name="T8" fmla="*/ 0 60000 65536"/>
                <a:gd name="T9" fmla="*/ 0 w 1587"/>
                <a:gd name="T10" fmla="*/ 0 h 58"/>
                <a:gd name="T11" fmla="*/ 1587 w 1587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58">
                  <a:moveTo>
                    <a:pt x="0" y="0"/>
                  </a:moveTo>
                  <a:lnTo>
                    <a:pt x="0" y="50"/>
                  </a:lnTo>
                  <a:lnTo>
                    <a:pt x="0" y="58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7" name="Freeform 122">
              <a:extLst>
                <a:ext uri="{FF2B5EF4-FFF2-40B4-BE49-F238E27FC236}">
                  <a16:creationId xmlns:a16="http://schemas.microsoft.com/office/drawing/2014/main" id="{94A3779D-975B-3B47-9091-F8B63D43E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3512" y="3668132"/>
              <a:ext cx="1588" cy="73025"/>
            </a:xfrm>
            <a:custGeom>
              <a:avLst/>
              <a:gdLst>
                <a:gd name="T0" fmla="*/ 0 w 1588"/>
                <a:gd name="T1" fmla="*/ 0 h 58"/>
                <a:gd name="T2" fmla="*/ 0 w 1588"/>
                <a:gd name="T3" fmla="*/ 2147483646 h 58"/>
                <a:gd name="T4" fmla="*/ 0 w 1588"/>
                <a:gd name="T5" fmla="*/ 2147483646 h 58"/>
                <a:gd name="T6" fmla="*/ 0 60000 65536"/>
                <a:gd name="T7" fmla="*/ 0 60000 65536"/>
                <a:gd name="T8" fmla="*/ 0 60000 65536"/>
                <a:gd name="T9" fmla="*/ 0 w 1588"/>
                <a:gd name="T10" fmla="*/ 0 h 58"/>
                <a:gd name="T11" fmla="*/ 1588 w 1588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58">
                  <a:moveTo>
                    <a:pt x="0" y="0"/>
                  </a:moveTo>
                  <a:lnTo>
                    <a:pt x="0" y="50"/>
                  </a:lnTo>
                  <a:lnTo>
                    <a:pt x="0" y="58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8" name="Freeform 123">
              <a:extLst>
                <a:ext uri="{FF2B5EF4-FFF2-40B4-BE49-F238E27FC236}">
                  <a16:creationId xmlns:a16="http://schemas.microsoft.com/office/drawing/2014/main" id="{A3012FD0-319D-4C4A-A21B-AAB5F7F3DB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3657020"/>
              <a:ext cx="1587" cy="2251075"/>
            </a:xfrm>
            <a:custGeom>
              <a:avLst/>
              <a:gdLst>
                <a:gd name="T0" fmla="*/ 0 w 1587"/>
                <a:gd name="T1" fmla="*/ 2147483646 h 1806"/>
                <a:gd name="T2" fmla="*/ 0 w 1587"/>
                <a:gd name="T3" fmla="*/ 2147483646 h 1806"/>
                <a:gd name="T4" fmla="*/ 0 w 1587"/>
                <a:gd name="T5" fmla="*/ 0 h 1806"/>
                <a:gd name="T6" fmla="*/ 0 60000 65536"/>
                <a:gd name="T7" fmla="*/ 0 60000 65536"/>
                <a:gd name="T8" fmla="*/ 0 60000 65536"/>
                <a:gd name="T9" fmla="*/ 0 w 1587"/>
                <a:gd name="T10" fmla="*/ 0 h 1806"/>
                <a:gd name="T11" fmla="*/ 1587 w 1587"/>
                <a:gd name="T12" fmla="*/ 1806 h 18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1806">
                  <a:moveTo>
                    <a:pt x="0" y="1806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39" name="Freeform 124">
              <a:extLst>
                <a:ext uri="{FF2B5EF4-FFF2-40B4-BE49-F238E27FC236}">
                  <a16:creationId xmlns:a16="http://schemas.microsoft.com/office/drawing/2014/main" id="{B30C0018-0548-174E-BFD9-7C2B3C0E3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3512" y="3657020"/>
              <a:ext cx="1588" cy="2251075"/>
            </a:xfrm>
            <a:custGeom>
              <a:avLst/>
              <a:gdLst>
                <a:gd name="T0" fmla="*/ 0 w 1588"/>
                <a:gd name="T1" fmla="*/ 2147483646 h 1806"/>
                <a:gd name="T2" fmla="*/ 0 w 1588"/>
                <a:gd name="T3" fmla="*/ 2147483646 h 1806"/>
                <a:gd name="T4" fmla="*/ 0 w 1588"/>
                <a:gd name="T5" fmla="*/ 0 h 1806"/>
                <a:gd name="T6" fmla="*/ 0 60000 65536"/>
                <a:gd name="T7" fmla="*/ 0 60000 65536"/>
                <a:gd name="T8" fmla="*/ 0 60000 65536"/>
                <a:gd name="T9" fmla="*/ 0 w 1588"/>
                <a:gd name="T10" fmla="*/ 0 h 1806"/>
                <a:gd name="T11" fmla="*/ 1588 w 1588"/>
                <a:gd name="T12" fmla="*/ 1806 h 18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1806">
                  <a:moveTo>
                    <a:pt x="0" y="1806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0" name="Freeform 125">
              <a:extLst>
                <a:ext uri="{FF2B5EF4-FFF2-40B4-BE49-F238E27FC236}">
                  <a16:creationId xmlns:a16="http://schemas.microsoft.com/office/drawing/2014/main" id="{AF7AAC71-9C3A-9645-88A6-979DDCFBC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5908095"/>
              <a:ext cx="2995612" cy="1587"/>
            </a:xfrm>
            <a:custGeom>
              <a:avLst/>
              <a:gdLst>
                <a:gd name="T0" fmla="*/ 0 w 2410"/>
                <a:gd name="T1" fmla="*/ 0 h 1587"/>
                <a:gd name="T2" fmla="*/ 2147483646 w 2410"/>
                <a:gd name="T3" fmla="*/ 0 h 1587"/>
                <a:gd name="T4" fmla="*/ 2147483646 w 2410"/>
                <a:gd name="T5" fmla="*/ 0 h 1587"/>
                <a:gd name="T6" fmla="*/ 0 60000 65536"/>
                <a:gd name="T7" fmla="*/ 0 60000 65536"/>
                <a:gd name="T8" fmla="*/ 0 60000 65536"/>
                <a:gd name="T9" fmla="*/ 0 w 2410"/>
                <a:gd name="T10" fmla="*/ 0 h 1587"/>
                <a:gd name="T11" fmla="*/ 2410 w 2410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10" h="1587">
                  <a:moveTo>
                    <a:pt x="0" y="0"/>
                  </a:moveTo>
                  <a:lnTo>
                    <a:pt x="2401" y="0"/>
                  </a:lnTo>
                  <a:lnTo>
                    <a:pt x="241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1" name="Freeform 126">
              <a:extLst>
                <a:ext uri="{FF2B5EF4-FFF2-40B4-BE49-F238E27FC236}">
                  <a16:creationId xmlns:a16="http://schemas.microsoft.com/office/drawing/2014/main" id="{CEE60F51-338E-3348-B26F-18FDED9564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425" y="3668132"/>
              <a:ext cx="2995612" cy="1588"/>
            </a:xfrm>
            <a:custGeom>
              <a:avLst/>
              <a:gdLst>
                <a:gd name="T0" fmla="*/ 0 w 2410"/>
                <a:gd name="T1" fmla="*/ 0 h 1588"/>
                <a:gd name="T2" fmla="*/ 2147483646 w 2410"/>
                <a:gd name="T3" fmla="*/ 0 h 1588"/>
                <a:gd name="T4" fmla="*/ 2147483646 w 2410"/>
                <a:gd name="T5" fmla="*/ 0 h 1588"/>
                <a:gd name="T6" fmla="*/ 0 60000 65536"/>
                <a:gd name="T7" fmla="*/ 0 60000 65536"/>
                <a:gd name="T8" fmla="*/ 0 60000 65536"/>
                <a:gd name="T9" fmla="*/ 0 w 2410"/>
                <a:gd name="T10" fmla="*/ 0 h 1588"/>
                <a:gd name="T11" fmla="*/ 2410 w 2410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10" h="1588">
                  <a:moveTo>
                    <a:pt x="0" y="0"/>
                  </a:moveTo>
                  <a:lnTo>
                    <a:pt x="2401" y="0"/>
                  </a:lnTo>
                  <a:lnTo>
                    <a:pt x="2410" y="0"/>
                  </a:lnTo>
                </a:path>
              </a:pathLst>
            </a:custGeom>
            <a:noFill/>
            <a:ln w="12700">
              <a:solidFill>
                <a:srgbClr val="0000D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2" name="Freeform 127">
              <a:extLst>
                <a:ext uri="{FF2B5EF4-FFF2-40B4-BE49-F238E27FC236}">
                  <a16:creationId xmlns:a16="http://schemas.microsoft.com/office/drawing/2014/main" id="{D164A5BF-8B95-AC4A-A710-59032B391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637" y="4933370"/>
              <a:ext cx="134938" cy="134937"/>
            </a:xfrm>
            <a:custGeom>
              <a:avLst/>
              <a:gdLst>
                <a:gd name="T0" fmla="*/ 2147483646 w 209"/>
                <a:gd name="T1" fmla="*/ 0 h 207"/>
                <a:gd name="T2" fmla="*/ 2147483646 w 209"/>
                <a:gd name="T3" fmla="*/ 0 h 207"/>
                <a:gd name="T4" fmla="*/ 2147483646 w 209"/>
                <a:gd name="T5" fmla="*/ 0 h 207"/>
                <a:gd name="T6" fmla="*/ 2147483646 w 209"/>
                <a:gd name="T7" fmla="*/ 2147483646 h 207"/>
                <a:gd name="T8" fmla="*/ 2147483646 w 209"/>
                <a:gd name="T9" fmla="*/ 2147483646 h 207"/>
                <a:gd name="T10" fmla="*/ 2147483646 w 209"/>
                <a:gd name="T11" fmla="*/ 2147483646 h 207"/>
                <a:gd name="T12" fmla="*/ 2147483646 w 209"/>
                <a:gd name="T13" fmla="*/ 2147483646 h 207"/>
                <a:gd name="T14" fmla="*/ 2147483646 w 209"/>
                <a:gd name="T15" fmla="*/ 2147483646 h 207"/>
                <a:gd name="T16" fmla="*/ 2147483646 w 209"/>
                <a:gd name="T17" fmla="*/ 2147483646 h 207"/>
                <a:gd name="T18" fmla="*/ 2147483646 w 209"/>
                <a:gd name="T19" fmla="*/ 2147483646 h 207"/>
                <a:gd name="T20" fmla="*/ 2147483646 w 209"/>
                <a:gd name="T21" fmla="*/ 2147483646 h 207"/>
                <a:gd name="T22" fmla="*/ 2147483646 w 209"/>
                <a:gd name="T23" fmla="*/ 2147483646 h 207"/>
                <a:gd name="T24" fmla="*/ 2147483646 w 209"/>
                <a:gd name="T25" fmla="*/ 2147483646 h 207"/>
                <a:gd name="T26" fmla="*/ 2147483646 w 209"/>
                <a:gd name="T27" fmla="*/ 2147483646 h 207"/>
                <a:gd name="T28" fmla="*/ 2147483646 w 209"/>
                <a:gd name="T29" fmla="*/ 2147483646 h 207"/>
                <a:gd name="T30" fmla="*/ 2147483646 w 209"/>
                <a:gd name="T31" fmla="*/ 2147483646 h 207"/>
                <a:gd name="T32" fmla="*/ 2147483646 w 209"/>
                <a:gd name="T33" fmla="*/ 2147483646 h 207"/>
                <a:gd name="T34" fmla="*/ 2147483646 w 209"/>
                <a:gd name="T35" fmla="*/ 2147483646 h 207"/>
                <a:gd name="T36" fmla="*/ 2147483646 w 209"/>
                <a:gd name="T37" fmla="*/ 2147483646 h 207"/>
                <a:gd name="T38" fmla="*/ 2147483646 w 209"/>
                <a:gd name="T39" fmla="*/ 2147483646 h 207"/>
                <a:gd name="T40" fmla="*/ 2147483646 w 209"/>
                <a:gd name="T41" fmla="*/ 2147483646 h 207"/>
                <a:gd name="T42" fmla="*/ 2147483646 w 209"/>
                <a:gd name="T43" fmla="*/ 2147483646 h 207"/>
                <a:gd name="T44" fmla="*/ 2147483646 w 209"/>
                <a:gd name="T45" fmla="*/ 2147483646 h 207"/>
                <a:gd name="T46" fmla="*/ 2147483646 w 209"/>
                <a:gd name="T47" fmla="*/ 2147483646 h 207"/>
                <a:gd name="T48" fmla="*/ 2147483646 w 209"/>
                <a:gd name="T49" fmla="*/ 2147483646 h 207"/>
                <a:gd name="T50" fmla="*/ 2147483646 w 209"/>
                <a:gd name="T51" fmla="*/ 2147483646 h 207"/>
                <a:gd name="T52" fmla="*/ 2147483646 w 209"/>
                <a:gd name="T53" fmla="*/ 2147483646 h 207"/>
                <a:gd name="T54" fmla="*/ 2147483646 w 209"/>
                <a:gd name="T55" fmla="*/ 2147483646 h 207"/>
                <a:gd name="T56" fmla="*/ 2147483646 w 209"/>
                <a:gd name="T57" fmla="*/ 2147483646 h 207"/>
                <a:gd name="T58" fmla="*/ 2147483646 w 209"/>
                <a:gd name="T59" fmla="*/ 2147483646 h 207"/>
                <a:gd name="T60" fmla="*/ 2147483646 w 209"/>
                <a:gd name="T61" fmla="*/ 2147483646 h 207"/>
                <a:gd name="T62" fmla="*/ 0 w 209"/>
                <a:gd name="T63" fmla="*/ 2147483646 h 207"/>
                <a:gd name="T64" fmla="*/ 0 w 209"/>
                <a:gd name="T65" fmla="*/ 2147483646 h 207"/>
                <a:gd name="T66" fmla="*/ 0 w 209"/>
                <a:gd name="T67" fmla="*/ 2147483646 h 207"/>
                <a:gd name="T68" fmla="*/ 0 w 209"/>
                <a:gd name="T69" fmla="*/ 2147483646 h 207"/>
                <a:gd name="T70" fmla="*/ 0 w 209"/>
                <a:gd name="T71" fmla="*/ 2147483646 h 207"/>
                <a:gd name="T72" fmla="*/ 0 w 209"/>
                <a:gd name="T73" fmla="*/ 2147483646 h 207"/>
                <a:gd name="T74" fmla="*/ 2147483646 w 209"/>
                <a:gd name="T75" fmla="*/ 2147483646 h 207"/>
                <a:gd name="T76" fmla="*/ 2147483646 w 209"/>
                <a:gd name="T77" fmla="*/ 2147483646 h 207"/>
                <a:gd name="T78" fmla="*/ 2147483646 w 209"/>
                <a:gd name="T79" fmla="*/ 2147483646 h 207"/>
                <a:gd name="T80" fmla="*/ 2147483646 w 209"/>
                <a:gd name="T81" fmla="*/ 2147483646 h 207"/>
                <a:gd name="T82" fmla="*/ 2147483646 w 209"/>
                <a:gd name="T83" fmla="*/ 2147483646 h 207"/>
                <a:gd name="T84" fmla="*/ 2147483646 w 209"/>
                <a:gd name="T85" fmla="*/ 0 h 207"/>
                <a:gd name="T86" fmla="*/ 2147483646 w 209"/>
                <a:gd name="T87" fmla="*/ 0 h 207"/>
                <a:gd name="T88" fmla="*/ 2147483646 w 209"/>
                <a:gd name="T89" fmla="*/ 0 h 2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9"/>
                <a:gd name="T136" fmla="*/ 0 h 207"/>
                <a:gd name="T137" fmla="*/ 209 w 209"/>
                <a:gd name="T138" fmla="*/ 207 h 20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9" h="207">
                  <a:moveTo>
                    <a:pt x="113" y="0"/>
                  </a:moveTo>
                  <a:lnTo>
                    <a:pt x="113" y="0"/>
                  </a:lnTo>
                  <a:lnTo>
                    <a:pt x="128" y="0"/>
                  </a:lnTo>
                  <a:lnTo>
                    <a:pt x="144" y="0"/>
                  </a:lnTo>
                  <a:lnTo>
                    <a:pt x="144" y="15"/>
                  </a:lnTo>
                  <a:lnTo>
                    <a:pt x="161" y="15"/>
                  </a:lnTo>
                  <a:lnTo>
                    <a:pt x="176" y="30"/>
                  </a:lnTo>
                  <a:lnTo>
                    <a:pt x="192" y="30"/>
                  </a:lnTo>
                  <a:lnTo>
                    <a:pt x="192" y="48"/>
                  </a:lnTo>
                  <a:lnTo>
                    <a:pt x="192" y="63"/>
                  </a:lnTo>
                  <a:lnTo>
                    <a:pt x="209" y="63"/>
                  </a:lnTo>
                  <a:lnTo>
                    <a:pt x="209" y="78"/>
                  </a:lnTo>
                  <a:lnTo>
                    <a:pt x="209" y="96"/>
                  </a:lnTo>
                  <a:lnTo>
                    <a:pt x="209" y="111"/>
                  </a:lnTo>
                  <a:lnTo>
                    <a:pt x="209" y="126"/>
                  </a:lnTo>
                  <a:lnTo>
                    <a:pt x="209" y="142"/>
                  </a:lnTo>
                  <a:lnTo>
                    <a:pt x="192" y="142"/>
                  </a:lnTo>
                  <a:lnTo>
                    <a:pt x="192" y="159"/>
                  </a:lnTo>
                  <a:lnTo>
                    <a:pt x="192" y="175"/>
                  </a:lnTo>
                  <a:lnTo>
                    <a:pt x="176" y="175"/>
                  </a:lnTo>
                  <a:lnTo>
                    <a:pt x="161" y="190"/>
                  </a:lnTo>
                  <a:lnTo>
                    <a:pt x="144" y="190"/>
                  </a:lnTo>
                  <a:lnTo>
                    <a:pt x="144" y="207"/>
                  </a:lnTo>
                  <a:lnTo>
                    <a:pt x="128" y="207"/>
                  </a:lnTo>
                  <a:lnTo>
                    <a:pt x="113" y="207"/>
                  </a:lnTo>
                  <a:lnTo>
                    <a:pt x="96" y="207"/>
                  </a:lnTo>
                  <a:lnTo>
                    <a:pt x="80" y="207"/>
                  </a:lnTo>
                  <a:lnTo>
                    <a:pt x="65" y="207"/>
                  </a:lnTo>
                  <a:lnTo>
                    <a:pt x="65" y="190"/>
                  </a:lnTo>
                  <a:lnTo>
                    <a:pt x="48" y="190"/>
                  </a:lnTo>
                  <a:lnTo>
                    <a:pt x="32" y="175"/>
                  </a:lnTo>
                  <a:lnTo>
                    <a:pt x="17" y="175"/>
                  </a:lnTo>
                  <a:lnTo>
                    <a:pt x="17" y="159"/>
                  </a:lnTo>
                  <a:lnTo>
                    <a:pt x="17" y="142"/>
                  </a:lnTo>
                  <a:lnTo>
                    <a:pt x="0" y="142"/>
                  </a:lnTo>
                  <a:lnTo>
                    <a:pt x="0" y="126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63"/>
                  </a:lnTo>
                  <a:lnTo>
                    <a:pt x="17" y="63"/>
                  </a:lnTo>
                  <a:lnTo>
                    <a:pt x="17" y="48"/>
                  </a:lnTo>
                  <a:lnTo>
                    <a:pt x="17" y="30"/>
                  </a:lnTo>
                  <a:lnTo>
                    <a:pt x="32" y="30"/>
                  </a:lnTo>
                  <a:lnTo>
                    <a:pt x="48" y="15"/>
                  </a:lnTo>
                  <a:lnTo>
                    <a:pt x="65" y="15"/>
                  </a:lnTo>
                  <a:lnTo>
                    <a:pt x="65" y="0"/>
                  </a:lnTo>
                  <a:lnTo>
                    <a:pt x="80" y="0"/>
                  </a:lnTo>
                  <a:lnTo>
                    <a:pt x="96" y="0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3" name="Freeform 128">
              <a:extLst>
                <a:ext uri="{FF2B5EF4-FFF2-40B4-BE49-F238E27FC236}">
                  <a16:creationId xmlns:a16="http://schemas.microsoft.com/office/drawing/2014/main" id="{A6EB6551-0A28-004F-A48E-2330BA72D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637" y="4933370"/>
              <a:ext cx="125413" cy="122237"/>
            </a:xfrm>
            <a:custGeom>
              <a:avLst/>
              <a:gdLst>
                <a:gd name="T0" fmla="*/ 2147483646 w 192"/>
                <a:gd name="T1" fmla="*/ 0 h 190"/>
                <a:gd name="T2" fmla="*/ 2147483646 w 192"/>
                <a:gd name="T3" fmla="*/ 0 h 190"/>
                <a:gd name="T4" fmla="*/ 2147483646 w 192"/>
                <a:gd name="T5" fmla="*/ 0 h 190"/>
                <a:gd name="T6" fmla="*/ 2147483646 w 192"/>
                <a:gd name="T7" fmla="*/ 2147483646 h 190"/>
                <a:gd name="T8" fmla="*/ 2147483646 w 192"/>
                <a:gd name="T9" fmla="*/ 2147483646 h 190"/>
                <a:gd name="T10" fmla="*/ 2147483646 w 192"/>
                <a:gd name="T11" fmla="*/ 2147483646 h 190"/>
                <a:gd name="T12" fmla="*/ 2147483646 w 192"/>
                <a:gd name="T13" fmla="*/ 2147483646 h 190"/>
                <a:gd name="T14" fmla="*/ 2147483646 w 192"/>
                <a:gd name="T15" fmla="*/ 2147483646 h 190"/>
                <a:gd name="T16" fmla="*/ 2147483646 w 192"/>
                <a:gd name="T17" fmla="*/ 2147483646 h 190"/>
                <a:gd name="T18" fmla="*/ 2147483646 w 192"/>
                <a:gd name="T19" fmla="*/ 2147483646 h 190"/>
                <a:gd name="T20" fmla="*/ 2147483646 w 192"/>
                <a:gd name="T21" fmla="*/ 2147483646 h 190"/>
                <a:gd name="T22" fmla="*/ 2147483646 w 192"/>
                <a:gd name="T23" fmla="*/ 2147483646 h 190"/>
                <a:gd name="T24" fmla="*/ 2147483646 w 192"/>
                <a:gd name="T25" fmla="*/ 2147483646 h 190"/>
                <a:gd name="T26" fmla="*/ 2147483646 w 192"/>
                <a:gd name="T27" fmla="*/ 2147483646 h 190"/>
                <a:gd name="T28" fmla="*/ 2147483646 w 192"/>
                <a:gd name="T29" fmla="*/ 2147483646 h 190"/>
                <a:gd name="T30" fmla="*/ 2147483646 w 192"/>
                <a:gd name="T31" fmla="*/ 2147483646 h 190"/>
                <a:gd name="T32" fmla="*/ 2147483646 w 192"/>
                <a:gd name="T33" fmla="*/ 2147483646 h 190"/>
                <a:gd name="T34" fmla="*/ 2147483646 w 192"/>
                <a:gd name="T35" fmla="*/ 2147483646 h 190"/>
                <a:gd name="T36" fmla="*/ 2147483646 w 192"/>
                <a:gd name="T37" fmla="*/ 2147483646 h 190"/>
                <a:gd name="T38" fmla="*/ 2147483646 w 192"/>
                <a:gd name="T39" fmla="*/ 2147483646 h 190"/>
                <a:gd name="T40" fmla="*/ 2147483646 w 192"/>
                <a:gd name="T41" fmla="*/ 2147483646 h 190"/>
                <a:gd name="T42" fmla="*/ 2147483646 w 192"/>
                <a:gd name="T43" fmla="*/ 2147483646 h 190"/>
                <a:gd name="T44" fmla="*/ 2147483646 w 192"/>
                <a:gd name="T45" fmla="*/ 2147483646 h 190"/>
                <a:gd name="T46" fmla="*/ 2147483646 w 192"/>
                <a:gd name="T47" fmla="*/ 2147483646 h 190"/>
                <a:gd name="T48" fmla="*/ 2147483646 w 192"/>
                <a:gd name="T49" fmla="*/ 2147483646 h 190"/>
                <a:gd name="T50" fmla="*/ 2147483646 w 192"/>
                <a:gd name="T51" fmla="*/ 2147483646 h 190"/>
                <a:gd name="T52" fmla="*/ 2147483646 w 192"/>
                <a:gd name="T53" fmla="*/ 2147483646 h 190"/>
                <a:gd name="T54" fmla="*/ 2147483646 w 192"/>
                <a:gd name="T55" fmla="*/ 2147483646 h 190"/>
                <a:gd name="T56" fmla="*/ 2147483646 w 192"/>
                <a:gd name="T57" fmla="*/ 2147483646 h 190"/>
                <a:gd name="T58" fmla="*/ 2147483646 w 192"/>
                <a:gd name="T59" fmla="*/ 2147483646 h 190"/>
                <a:gd name="T60" fmla="*/ 2147483646 w 192"/>
                <a:gd name="T61" fmla="*/ 2147483646 h 190"/>
                <a:gd name="T62" fmla="*/ 0 w 192"/>
                <a:gd name="T63" fmla="*/ 2147483646 h 190"/>
                <a:gd name="T64" fmla="*/ 0 w 192"/>
                <a:gd name="T65" fmla="*/ 2147483646 h 190"/>
                <a:gd name="T66" fmla="*/ 0 w 192"/>
                <a:gd name="T67" fmla="*/ 2147483646 h 190"/>
                <a:gd name="T68" fmla="*/ 0 w 192"/>
                <a:gd name="T69" fmla="*/ 2147483646 h 190"/>
                <a:gd name="T70" fmla="*/ 0 w 192"/>
                <a:gd name="T71" fmla="*/ 2147483646 h 190"/>
                <a:gd name="T72" fmla="*/ 0 w 192"/>
                <a:gd name="T73" fmla="*/ 2147483646 h 190"/>
                <a:gd name="T74" fmla="*/ 2147483646 w 192"/>
                <a:gd name="T75" fmla="*/ 2147483646 h 190"/>
                <a:gd name="T76" fmla="*/ 2147483646 w 192"/>
                <a:gd name="T77" fmla="*/ 2147483646 h 190"/>
                <a:gd name="T78" fmla="*/ 2147483646 w 192"/>
                <a:gd name="T79" fmla="*/ 2147483646 h 190"/>
                <a:gd name="T80" fmla="*/ 2147483646 w 192"/>
                <a:gd name="T81" fmla="*/ 2147483646 h 190"/>
                <a:gd name="T82" fmla="*/ 2147483646 w 192"/>
                <a:gd name="T83" fmla="*/ 2147483646 h 190"/>
                <a:gd name="T84" fmla="*/ 2147483646 w 192"/>
                <a:gd name="T85" fmla="*/ 0 h 190"/>
                <a:gd name="T86" fmla="*/ 2147483646 w 192"/>
                <a:gd name="T87" fmla="*/ 0 h 190"/>
                <a:gd name="T88" fmla="*/ 2147483646 w 192"/>
                <a:gd name="T89" fmla="*/ 0 h 19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0"/>
                <a:gd name="T137" fmla="*/ 192 w 192"/>
                <a:gd name="T138" fmla="*/ 190 h 19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0">
                  <a:moveTo>
                    <a:pt x="96" y="0"/>
                  </a:moveTo>
                  <a:lnTo>
                    <a:pt x="96" y="0"/>
                  </a:lnTo>
                  <a:lnTo>
                    <a:pt x="113" y="0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44" y="15"/>
                  </a:lnTo>
                  <a:lnTo>
                    <a:pt x="161" y="15"/>
                  </a:lnTo>
                  <a:lnTo>
                    <a:pt x="161" y="30"/>
                  </a:lnTo>
                  <a:lnTo>
                    <a:pt x="176" y="30"/>
                  </a:lnTo>
                  <a:lnTo>
                    <a:pt x="176" y="48"/>
                  </a:lnTo>
                  <a:lnTo>
                    <a:pt x="192" y="63"/>
                  </a:lnTo>
                  <a:lnTo>
                    <a:pt x="192" y="78"/>
                  </a:lnTo>
                  <a:lnTo>
                    <a:pt x="192" y="96"/>
                  </a:lnTo>
                  <a:lnTo>
                    <a:pt x="192" y="111"/>
                  </a:lnTo>
                  <a:lnTo>
                    <a:pt x="192" y="126"/>
                  </a:lnTo>
                  <a:lnTo>
                    <a:pt x="176" y="142"/>
                  </a:lnTo>
                  <a:lnTo>
                    <a:pt x="176" y="159"/>
                  </a:lnTo>
                  <a:lnTo>
                    <a:pt x="161" y="159"/>
                  </a:lnTo>
                  <a:lnTo>
                    <a:pt x="161" y="175"/>
                  </a:lnTo>
                  <a:lnTo>
                    <a:pt x="144" y="175"/>
                  </a:lnTo>
                  <a:lnTo>
                    <a:pt x="128" y="175"/>
                  </a:lnTo>
                  <a:lnTo>
                    <a:pt x="128" y="190"/>
                  </a:lnTo>
                  <a:lnTo>
                    <a:pt x="113" y="190"/>
                  </a:lnTo>
                  <a:lnTo>
                    <a:pt x="96" y="190"/>
                  </a:lnTo>
                  <a:lnTo>
                    <a:pt x="80" y="190"/>
                  </a:lnTo>
                  <a:lnTo>
                    <a:pt x="65" y="190"/>
                  </a:lnTo>
                  <a:lnTo>
                    <a:pt x="65" y="175"/>
                  </a:lnTo>
                  <a:lnTo>
                    <a:pt x="48" y="175"/>
                  </a:lnTo>
                  <a:lnTo>
                    <a:pt x="32" y="175"/>
                  </a:lnTo>
                  <a:lnTo>
                    <a:pt x="32" y="159"/>
                  </a:lnTo>
                  <a:lnTo>
                    <a:pt x="17" y="159"/>
                  </a:lnTo>
                  <a:lnTo>
                    <a:pt x="17" y="142"/>
                  </a:lnTo>
                  <a:lnTo>
                    <a:pt x="0" y="126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63"/>
                  </a:lnTo>
                  <a:lnTo>
                    <a:pt x="17" y="48"/>
                  </a:lnTo>
                  <a:lnTo>
                    <a:pt x="17" y="30"/>
                  </a:lnTo>
                  <a:lnTo>
                    <a:pt x="32" y="30"/>
                  </a:lnTo>
                  <a:lnTo>
                    <a:pt x="32" y="15"/>
                  </a:lnTo>
                  <a:lnTo>
                    <a:pt x="48" y="15"/>
                  </a:lnTo>
                  <a:lnTo>
                    <a:pt x="65" y="15"/>
                  </a:lnTo>
                  <a:lnTo>
                    <a:pt x="65" y="0"/>
                  </a:lnTo>
                  <a:lnTo>
                    <a:pt x="80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4" name="Freeform 129">
              <a:extLst>
                <a:ext uri="{FF2B5EF4-FFF2-40B4-BE49-F238E27FC236}">
                  <a16:creationId xmlns:a16="http://schemas.microsoft.com/office/drawing/2014/main" id="{76F8A61E-F65F-CD40-83A4-DF2FB0D69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9850" y="4911145"/>
              <a:ext cx="134937" cy="134937"/>
            </a:xfrm>
            <a:custGeom>
              <a:avLst/>
              <a:gdLst>
                <a:gd name="T0" fmla="*/ 2147483646 w 208"/>
                <a:gd name="T1" fmla="*/ 0 h 208"/>
                <a:gd name="T2" fmla="*/ 2147483646 w 208"/>
                <a:gd name="T3" fmla="*/ 0 h 208"/>
                <a:gd name="T4" fmla="*/ 2147483646 w 208"/>
                <a:gd name="T5" fmla="*/ 0 h 208"/>
                <a:gd name="T6" fmla="*/ 2147483646 w 208"/>
                <a:gd name="T7" fmla="*/ 2147483646 h 208"/>
                <a:gd name="T8" fmla="*/ 2147483646 w 208"/>
                <a:gd name="T9" fmla="*/ 2147483646 h 208"/>
                <a:gd name="T10" fmla="*/ 2147483646 w 208"/>
                <a:gd name="T11" fmla="*/ 2147483646 h 208"/>
                <a:gd name="T12" fmla="*/ 2147483646 w 208"/>
                <a:gd name="T13" fmla="*/ 2147483646 h 208"/>
                <a:gd name="T14" fmla="*/ 2147483646 w 208"/>
                <a:gd name="T15" fmla="*/ 2147483646 h 208"/>
                <a:gd name="T16" fmla="*/ 2147483646 w 208"/>
                <a:gd name="T17" fmla="*/ 2147483646 h 208"/>
                <a:gd name="T18" fmla="*/ 2147483646 w 208"/>
                <a:gd name="T19" fmla="*/ 2147483646 h 208"/>
                <a:gd name="T20" fmla="*/ 2147483646 w 208"/>
                <a:gd name="T21" fmla="*/ 2147483646 h 208"/>
                <a:gd name="T22" fmla="*/ 2147483646 w 208"/>
                <a:gd name="T23" fmla="*/ 2147483646 h 208"/>
                <a:gd name="T24" fmla="*/ 2147483646 w 208"/>
                <a:gd name="T25" fmla="*/ 2147483646 h 208"/>
                <a:gd name="T26" fmla="*/ 2147483646 w 208"/>
                <a:gd name="T27" fmla="*/ 2147483646 h 208"/>
                <a:gd name="T28" fmla="*/ 2147483646 w 208"/>
                <a:gd name="T29" fmla="*/ 2147483646 h 208"/>
                <a:gd name="T30" fmla="*/ 2147483646 w 208"/>
                <a:gd name="T31" fmla="*/ 2147483646 h 208"/>
                <a:gd name="T32" fmla="*/ 2147483646 w 208"/>
                <a:gd name="T33" fmla="*/ 2147483646 h 208"/>
                <a:gd name="T34" fmla="*/ 2147483646 w 208"/>
                <a:gd name="T35" fmla="*/ 2147483646 h 208"/>
                <a:gd name="T36" fmla="*/ 2147483646 w 208"/>
                <a:gd name="T37" fmla="*/ 2147483646 h 208"/>
                <a:gd name="T38" fmla="*/ 2147483646 w 208"/>
                <a:gd name="T39" fmla="*/ 2147483646 h 208"/>
                <a:gd name="T40" fmla="*/ 2147483646 w 208"/>
                <a:gd name="T41" fmla="*/ 2147483646 h 208"/>
                <a:gd name="T42" fmla="*/ 2147483646 w 208"/>
                <a:gd name="T43" fmla="*/ 2147483646 h 208"/>
                <a:gd name="T44" fmla="*/ 2147483646 w 208"/>
                <a:gd name="T45" fmla="*/ 2147483646 h 208"/>
                <a:gd name="T46" fmla="*/ 2147483646 w 208"/>
                <a:gd name="T47" fmla="*/ 2147483646 h 208"/>
                <a:gd name="T48" fmla="*/ 2147483646 w 208"/>
                <a:gd name="T49" fmla="*/ 2147483646 h 208"/>
                <a:gd name="T50" fmla="*/ 2147483646 w 208"/>
                <a:gd name="T51" fmla="*/ 2147483646 h 208"/>
                <a:gd name="T52" fmla="*/ 2147483646 w 208"/>
                <a:gd name="T53" fmla="*/ 2147483646 h 208"/>
                <a:gd name="T54" fmla="*/ 2147483646 w 208"/>
                <a:gd name="T55" fmla="*/ 2147483646 h 208"/>
                <a:gd name="T56" fmla="*/ 2147483646 w 208"/>
                <a:gd name="T57" fmla="*/ 2147483646 h 208"/>
                <a:gd name="T58" fmla="*/ 2147483646 w 208"/>
                <a:gd name="T59" fmla="*/ 2147483646 h 208"/>
                <a:gd name="T60" fmla="*/ 2147483646 w 208"/>
                <a:gd name="T61" fmla="*/ 2147483646 h 208"/>
                <a:gd name="T62" fmla="*/ 0 w 208"/>
                <a:gd name="T63" fmla="*/ 2147483646 h 208"/>
                <a:gd name="T64" fmla="*/ 0 w 208"/>
                <a:gd name="T65" fmla="*/ 2147483646 h 208"/>
                <a:gd name="T66" fmla="*/ 0 w 208"/>
                <a:gd name="T67" fmla="*/ 2147483646 h 208"/>
                <a:gd name="T68" fmla="*/ 0 w 208"/>
                <a:gd name="T69" fmla="*/ 2147483646 h 208"/>
                <a:gd name="T70" fmla="*/ 0 w 208"/>
                <a:gd name="T71" fmla="*/ 2147483646 h 208"/>
                <a:gd name="T72" fmla="*/ 0 w 208"/>
                <a:gd name="T73" fmla="*/ 2147483646 h 208"/>
                <a:gd name="T74" fmla="*/ 2147483646 w 208"/>
                <a:gd name="T75" fmla="*/ 2147483646 h 208"/>
                <a:gd name="T76" fmla="*/ 2147483646 w 208"/>
                <a:gd name="T77" fmla="*/ 2147483646 h 208"/>
                <a:gd name="T78" fmla="*/ 2147483646 w 208"/>
                <a:gd name="T79" fmla="*/ 2147483646 h 208"/>
                <a:gd name="T80" fmla="*/ 2147483646 w 208"/>
                <a:gd name="T81" fmla="*/ 2147483646 h 208"/>
                <a:gd name="T82" fmla="*/ 2147483646 w 208"/>
                <a:gd name="T83" fmla="*/ 2147483646 h 208"/>
                <a:gd name="T84" fmla="*/ 2147483646 w 208"/>
                <a:gd name="T85" fmla="*/ 0 h 208"/>
                <a:gd name="T86" fmla="*/ 2147483646 w 208"/>
                <a:gd name="T87" fmla="*/ 0 h 208"/>
                <a:gd name="T88" fmla="*/ 2147483646 w 208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8"/>
                <a:gd name="T136" fmla="*/ 0 h 208"/>
                <a:gd name="T137" fmla="*/ 208 w 208"/>
                <a:gd name="T138" fmla="*/ 208 h 20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8" h="208">
                  <a:moveTo>
                    <a:pt x="112" y="0"/>
                  </a:moveTo>
                  <a:lnTo>
                    <a:pt x="112" y="0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144" y="15"/>
                  </a:lnTo>
                  <a:lnTo>
                    <a:pt x="160" y="15"/>
                  </a:lnTo>
                  <a:lnTo>
                    <a:pt x="177" y="33"/>
                  </a:lnTo>
                  <a:lnTo>
                    <a:pt x="192" y="33"/>
                  </a:lnTo>
                  <a:lnTo>
                    <a:pt x="192" y="48"/>
                  </a:lnTo>
                  <a:lnTo>
                    <a:pt x="192" y="63"/>
                  </a:lnTo>
                  <a:lnTo>
                    <a:pt x="208" y="63"/>
                  </a:lnTo>
                  <a:lnTo>
                    <a:pt x="208" y="81"/>
                  </a:lnTo>
                  <a:lnTo>
                    <a:pt x="208" y="96"/>
                  </a:lnTo>
                  <a:lnTo>
                    <a:pt x="208" y="111"/>
                  </a:lnTo>
                  <a:lnTo>
                    <a:pt x="208" y="129"/>
                  </a:lnTo>
                  <a:lnTo>
                    <a:pt x="208" y="144"/>
                  </a:lnTo>
                  <a:lnTo>
                    <a:pt x="192" y="144"/>
                  </a:lnTo>
                  <a:lnTo>
                    <a:pt x="192" y="159"/>
                  </a:lnTo>
                  <a:lnTo>
                    <a:pt x="192" y="175"/>
                  </a:lnTo>
                  <a:lnTo>
                    <a:pt x="177" y="175"/>
                  </a:lnTo>
                  <a:lnTo>
                    <a:pt x="160" y="192"/>
                  </a:lnTo>
                  <a:lnTo>
                    <a:pt x="144" y="192"/>
                  </a:lnTo>
                  <a:lnTo>
                    <a:pt x="144" y="208"/>
                  </a:lnTo>
                  <a:lnTo>
                    <a:pt x="129" y="208"/>
                  </a:lnTo>
                  <a:lnTo>
                    <a:pt x="112" y="208"/>
                  </a:lnTo>
                  <a:lnTo>
                    <a:pt x="96" y="208"/>
                  </a:lnTo>
                  <a:lnTo>
                    <a:pt x="81" y="208"/>
                  </a:lnTo>
                  <a:lnTo>
                    <a:pt x="64" y="208"/>
                  </a:lnTo>
                  <a:lnTo>
                    <a:pt x="64" y="192"/>
                  </a:lnTo>
                  <a:lnTo>
                    <a:pt x="48" y="192"/>
                  </a:lnTo>
                  <a:lnTo>
                    <a:pt x="33" y="175"/>
                  </a:lnTo>
                  <a:lnTo>
                    <a:pt x="16" y="175"/>
                  </a:lnTo>
                  <a:lnTo>
                    <a:pt x="16" y="159"/>
                  </a:lnTo>
                  <a:lnTo>
                    <a:pt x="16" y="144"/>
                  </a:lnTo>
                  <a:lnTo>
                    <a:pt x="0" y="144"/>
                  </a:lnTo>
                  <a:lnTo>
                    <a:pt x="0" y="129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81"/>
                  </a:lnTo>
                  <a:lnTo>
                    <a:pt x="0" y="63"/>
                  </a:lnTo>
                  <a:lnTo>
                    <a:pt x="16" y="63"/>
                  </a:lnTo>
                  <a:lnTo>
                    <a:pt x="16" y="48"/>
                  </a:lnTo>
                  <a:lnTo>
                    <a:pt x="16" y="33"/>
                  </a:lnTo>
                  <a:lnTo>
                    <a:pt x="33" y="33"/>
                  </a:lnTo>
                  <a:lnTo>
                    <a:pt x="48" y="15"/>
                  </a:lnTo>
                  <a:lnTo>
                    <a:pt x="64" y="15"/>
                  </a:lnTo>
                  <a:lnTo>
                    <a:pt x="64" y="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5" name="Freeform 130">
              <a:extLst>
                <a:ext uri="{FF2B5EF4-FFF2-40B4-BE49-F238E27FC236}">
                  <a16:creationId xmlns:a16="http://schemas.microsoft.com/office/drawing/2014/main" id="{479FAD63-4AD7-F740-97DA-F983E2C43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9850" y="4911145"/>
              <a:ext cx="125412" cy="125412"/>
            </a:xfrm>
            <a:custGeom>
              <a:avLst/>
              <a:gdLst>
                <a:gd name="T0" fmla="*/ 2147483646 w 192"/>
                <a:gd name="T1" fmla="*/ 0 h 192"/>
                <a:gd name="T2" fmla="*/ 2147483646 w 192"/>
                <a:gd name="T3" fmla="*/ 0 h 192"/>
                <a:gd name="T4" fmla="*/ 2147483646 w 192"/>
                <a:gd name="T5" fmla="*/ 0 h 192"/>
                <a:gd name="T6" fmla="*/ 2147483646 w 192"/>
                <a:gd name="T7" fmla="*/ 2147483646 h 192"/>
                <a:gd name="T8" fmla="*/ 2147483646 w 192"/>
                <a:gd name="T9" fmla="*/ 2147483646 h 192"/>
                <a:gd name="T10" fmla="*/ 2147483646 w 192"/>
                <a:gd name="T11" fmla="*/ 2147483646 h 192"/>
                <a:gd name="T12" fmla="*/ 2147483646 w 192"/>
                <a:gd name="T13" fmla="*/ 2147483646 h 192"/>
                <a:gd name="T14" fmla="*/ 2147483646 w 192"/>
                <a:gd name="T15" fmla="*/ 2147483646 h 192"/>
                <a:gd name="T16" fmla="*/ 2147483646 w 192"/>
                <a:gd name="T17" fmla="*/ 2147483646 h 192"/>
                <a:gd name="T18" fmla="*/ 2147483646 w 192"/>
                <a:gd name="T19" fmla="*/ 2147483646 h 192"/>
                <a:gd name="T20" fmla="*/ 2147483646 w 192"/>
                <a:gd name="T21" fmla="*/ 2147483646 h 192"/>
                <a:gd name="T22" fmla="*/ 2147483646 w 192"/>
                <a:gd name="T23" fmla="*/ 2147483646 h 192"/>
                <a:gd name="T24" fmla="*/ 2147483646 w 192"/>
                <a:gd name="T25" fmla="*/ 2147483646 h 192"/>
                <a:gd name="T26" fmla="*/ 2147483646 w 192"/>
                <a:gd name="T27" fmla="*/ 2147483646 h 192"/>
                <a:gd name="T28" fmla="*/ 2147483646 w 192"/>
                <a:gd name="T29" fmla="*/ 2147483646 h 192"/>
                <a:gd name="T30" fmla="*/ 2147483646 w 192"/>
                <a:gd name="T31" fmla="*/ 2147483646 h 192"/>
                <a:gd name="T32" fmla="*/ 2147483646 w 192"/>
                <a:gd name="T33" fmla="*/ 2147483646 h 192"/>
                <a:gd name="T34" fmla="*/ 2147483646 w 192"/>
                <a:gd name="T35" fmla="*/ 2147483646 h 192"/>
                <a:gd name="T36" fmla="*/ 2147483646 w 192"/>
                <a:gd name="T37" fmla="*/ 2147483646 h 192"/>
                <a:gd name="T38" fmla="*/ 2147483646 w 192"/>
                <a:gd name="T39" fmla="*/ 2147483646 h 192"/>
                <a:gd name="T40" fmla="*/ 2147483646 w 192"/>
                <a:gd name="T41" fmla="*/ 2147483646 h 192"/>
                <a:gd name="T42" fmla="*/ 2147483646 w 192"/>
                <a:gd name="T43" fmla="*/ 2147483646 h 192"/>
                <a:gd name="T44" fmla="*/ 2147483646 w 192"/>
                <a:gd name="T45" fmla="*/ 2147483646 h 192"/>
                <a:gd name="T46" fmla="*/ 2147483646 w 192"/>
                <a:gd name="T47" fmla="*/ 2147483646 h 192"/>
                <a:gd name="T48" fmla="*/ 2147483646 w 192"/>
                <a:gd name="T49" fmla="*/ 2147483646 h 192"/>
                <a:gd name="T50" fmla="*/ 2147483646 w 192"/>
                <a:gd name="T51" fmla="*/ 2147483646 h 192"/>
                <a:gd name="T52" fmla="*/ 2147483646 w 192"/>
                <a:gd name="T53" fmla="*/ 2147483646 h 192"/>
                <a:gd name="T54" fmla="*/ 2147483646 w 192"/>
                <a:gd name="T55" fmla="*/ 2147483646 h 192"/>
                <a:gd name="T56" fmla="*/ 2147483646 w 192"/>
                <a:gd name="T57" fmla="*/ 2147483646 h 192"/>
                <a:gd name="T58" fmla="*/ 2147483646 w 192"/>
                <a:gd name="T59" fmla="*/ 2147483646 h 192"/>
                <a:gd name="T60" fmla="*/ 2147483646 w 192"/>
                <a:gd name="T61" fmla="*/ 2147483646 h 192"/>
                <a:gd name="T62" fmla="*/ 0 w 192"/>
                <a:gd name="T63" fmla="*/ 2147483646 h 192"/>
                <a:gd name="T64" fmla="*/ 0 w 192"/>
                <a:gd name="T65" fmla="*/ 2147483646 h 192"/>
                <a:gd name="T66" fmla="*/ 0 w 192"/>
                <a:gd name="T67" fmla="*/ 2147483646 h 192"/>
                <a:gd name="T68" fmla="*/ 0 w 192"/>
                <a:gd name="T69" fmla="*/ 2147483646 h 192"/>
                <a:gd name="T70" fmla="*/ 0 w 192"/>
                <a:gd name="T71" fmla="*/ 2147483646 h 192"/>
                <a:gd name="T72" fmla="*/ 0 w 192"/>
                <a:gd name="T73" fmla="*/ 2147483646 h 192"/>
                <a:gd name="T74" fmla="*/ 2147483646 w 192"/>
                <a:gd name="T75" fmla="*/ 2147483646 h 192"/>
                <a:gd name="T76" fmla="*/ 2147483646 w 192"/>
                <a:gd name="T77" fmla="*/ 2147483646 h 192"/>
                <a:gd name="T78" fmla="*/ 2147483646 w 192"/>
                <a:gd name="T79" fmla="*/ 2147483646 h 192"/>
                <a:gd name="T80" fmla="*/ 2147483646 w 192"/>
                <a:gd name="T81" fmla="*/ 2147483646 h 192"/>
                <a:gd name="T82" fmla="*/ 2147483646 w 192"/>
                <a:gd name="T83" fmla="*/ 2147483646 h 192"/>
                <a:gd name="T84" fmla="*/ 2147483646 w 192"/>
                <a:gd name="T85" fmla="*/ 0 h 192"/>
                <a:gd name="T86" fmla="*/ 2147483646 w 192"/>
                <a:gd name="T87" fmla="*/ 0 h 192"/>
                <a:gd name="T88" fmla="*/ 2147483646 w 192"/>
                <a:gd name="T89" fmla="*/ 0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2"/>
                <a:gd name="T137" fmla="*/ 192 w 192"/>
                <a:gd name="T138" fmla="*/ 192 h 19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2">
                  <a:moveTo>
                    <a:pt x="96" y="0"/>
                  </a:moveTo>
                  <a:lnTo>
                    <a:pt x="96" y="0"/>
                  </a:lnTo>
                  <a:lnTo>
                    <a:pt x="112" y="0"/>
                  </a:lnTo>
                  <a:lnTo>
                    <a:pt x="129" y="0"/>
                  </a:lnTo>
                  <a:lnTo>
                    <a:pt x="129" y="15"/>
                  </a:lnTo>
                  <a:lnTo>
                    <a:pt x="144" y="15"/>
                  </a:lnTo>
                  <a:lnTo>
                    <a:pt x="160" y="15"/>
                  </a:lnTo>
                  <a:lnTo>
                    <a:pt x="160" y="33"/>
                  </a:lnTo>
                  <a:lnTo>
                    <a:pt x="177" y="33"/>
                  </a:lnTo>
                  <a:lnTo>
                    <a:pt x="177" y="48"/>
                  </a:lnTo>
                  <a:lnTo>
                    <a:pt x="192" y="63"/>
                  </a:lnTo>
                  <a:lnTo>
                    <a:pt x="192" y="81"/>
                  </a:lnTo>
                  <a:lnTo>
                    <a:pt x="192" y="96"/>
                  </a:lnTo>
                  <a:lnTo>
                    <a:pt x="192" y="111"/>
                  </a:lnTo>
                  <a:lnTo>
                    <a:pt x="192" y="129"/>
                  </a:lnTo>
                  <a:lnTo>
                    <a:pt x="177" y="144"/>
                  </a:lnTo>
                  <a:lnTo>
                    <a:pt x="177" y="159"/>
                  </a:lnTo>
                  <a:lnTo>
                    <a:pt x="160" y="159"/>
                  </a:lnTo>
                  <a:lnTo>
                    <a:pt x="160" y="175"/>
                  </a:lnTo>
                  <a:lnTo>
                    <a:pt x="144" y="175"/>
                  </a:lnTo>
                  <a:lnTo>
                    <a:pt x="129" y="175"/>
                  </a:lnTo>
                  <a:lnTo>
                    <a:pt x="129" y="192"/>
                  </a:lnTo>
                  <a:lnTo>
                    <a:pt x="112" y="192"/>
                  </a:lnTo>
                  <a:lnTo>
                    <a:pt x="96" y="192"/>
                  </a:lnTo>
                  <a:lnTo>
                    <a:pt x="81" y="192"/>
                  </a:lnTo>
                  <a:lnTo>
                    <a:pt x="64" y="192"/>
                  </a:lnTo>
                  <a:lnTo>
                    <a:pt x="64" y="175"/>
                  </a:lnTo>
                  <a:lnTo>
                    <a:pt x="48" y="175"/>
                  </a:lnTo>
                  <a:lnTo>
                    <a:pt x="33" y="175"/>
                  </a:lnTo>
                  <a:lnTo>
                    <a:pt x="33" y="159"/>
                  </a:lnTo>
                  <a:lnTo>
                    <a:pt x="16" y="159"/>
                  </a:lnTo>
                  <a:lnTo>
                    <a:pt x="16" y="144"/>
                  </a:lnTo>
                  <a:lnTo>
                    <a:pt x="0" y="129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81"/>
                  </a:lnTo>
                  <a:lnTo>
                    <a:pt x="0" y="63"/>
                  </a:lnTo>
                  <a:lnTo>
                    <a:pt x="16" y="48"/>
                  </a:lnTo>
                  <a:lnTo>
                    <a:pt x="16" y="33"/>
                  </a:lnTo>
                  <a:lnTo>
                    <a:pt x="33" y="33"/>
                  </a:lnTo>
                  <a:lnTo>
                    <a:pt x="33" y="15"/>
                  </a:lnTo>
                  <a:lnTo>
                    <a:pt x="48" y="15"/>
                  </a:lnTo>
                  <a:lnTo>
                    <a:pt x="64" y="15"/>
                  </a:lnTo>
                  <a:lnTo>
                    <a:pt x="64" y="0"/>
                  </a:lnTo>
                  <a:lnTo>
                    <a:pt x="81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6" name="Freeform 131">
              <a:extLst>
                <a:ext uri="{FF2B5EF4-FFF2-40B4-BE49-F238E27FC236}">
                  <a16:creationId xmlns:a16="http://schemas.microsoft.com/office/drawing/2014/main" id="{F79ECC04-9DED-1E4C-8C43-A9B323C1C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175" y="4828595"/>
              <a:ext cx="134937" cy="134937"/>
            </a:xfrm>
            <a:custGeom>
              <a:avLst/>
              <a:gdLst>
                <a:gd name="T0" fmla="*/ 2147483646 w 207"/>
                <a:gd name="T1" fmla="*/ 0 h 210"/>
                <a:gd name="T2" fmla="*/ 2147483646 w 207"/>
                <a:gd name="T3" fmla="*/ 0 h 210"/>
                <a:gd name="T4" fmla="*/ 2147483646 w 207"/>
                <a:gd name="T5" fmla="*/ 0 h 210"/>
                <a:gd name="T6" fmla="*/ 2147483646 w 207"/>
                <a:gd name="T7" fmla="*/ 2147483646 h 210"/>
                <a:gd name="T8" fmla="*/ 2147483646 w 207"/>
                <a:gd name="T9" fmla="*/ 2147483646 h 210"/>
                <a:gd name="T10" fmla="*/ 2147483646 w 207"/>
                <a:gd name="T11" fmla="*/ 2147483646 h 210"/>
                <a:gd name="T12" fmla="*/ 2147483646 w 207"/>
                <a:gd name="T13" fmla="*/ 2147483646 h 210"/>
                <a:gd name="T14" fmla="*/ 2147483646 w 207"/>
                <a:gd name="T15" fmla="*/ 2147483646 h 210"/>
                <a:gd name="T16" fmla="*/ 2147483646 w 207"/>
                <a:gd name="T17" fmla="*/ 2147483646 h 210"/>
                <a:gd name="T18" fmla="*/ 2147483646 w 207"/>
                <a:gd name="T19" fmla="*/ 2147483646 h 210"/>
                <a:gd name="T20" fmla="*/ 2147483646 w 207"/>
                <a:gd name="T21" fmla="*/ 2147483646 h 210"/>
                <a:gd name="T22" fmla="*/ 2147483646 w 207"/>
                <a:gd name="T23" fmla="*/ 2147483646 h 210"/>
                <a:gd name="T24" fmla="*/ 2147483646 w 207"/>
                <a:gd name="T25" fmla="*/ 2147483646 h 210"/>
                <a:gd name="T26" fmla="*/ 2147483646 w 207"/>
                <a:gd name="T27" fmla="*/ 2147483646 h 210"/>
                <a:gd name="T28" fmla="*/ 2147483646 w 207"/>
                <a:gd name="T29" fmla="*/ 2147483646 h 210"/>
                <a:gd name="T30" fmla="*/ 2147483646 w 207"/>
                <a:gd name="T31" fmla="*/ 2147483646 h 210"/>
                <a:gd name="T32" fmla="*/ 2147483646 w 207"/>
                <a:gd name="T33" fmla="*/ 2147483646 h 210"/>
                <a:gd name="T34" fmla="*/ 2147483646 w 207"/>
                <a:gd name="T35" fmla="*/ 2147483646 h 210"/>
                <a:gd name="T36" fmla="*/ 2147483646 w 207"/>
                <a:gd name="T37" fmla="*/ 2147483646 h 210"/>
                <a:gd name="T38" fmla="*/ 2147483646 w 207"/>
                <a:gd name="T39" fmla="*/ 2147483646 h 210"/>
                <a:gd name="T40" fmla="*/ 2147483646 w 207"/>
                <a:gd name="T41" fmla="*/ 2147483646 h 210"/>
                <a:gd name="T42" fmla="*/ 2147483646 w 207"/>
                <a:gd name="T43" fmla="*/ 2147483646 h 210"/>
                <a:gd name="T44" fmla="*/ 2147483646 w 207"/>
                <a:gd name="T45" fmla="*/ 2147483646 h 210"/>
                <a:gd name="T46" fmla="*/ 2147483646 w 207"/>
                <a:gd name="T47" fmla="*/ 2147483646 h 210"/>
                <a:gd name="T48" fmla="*/ 2147483646 w 207"/>
                <a:gd name="T49" fmla="*/ 2147483646 h 210"/>
                <a:gd name="T50" fmla="*/ 2147483646 w 207"/>
                <a:gd name="T51" fmla="*/ 2147483646 h 210"/>
                <a:gd name="T52" fmla="*/ 2147483646 w 207"/>
                <a:gd name="T53" fmla="*/ 2147483646 h 210"/>
                <a:gd name="T54" fmla="*/ 2147483646 w 207"/>
                <a:gd name="T55" fmla="*/ 2147483646 h 210"/>
                <a:gd name="T56" fmla="*/ 2147483646 w 207"/>
                <a:gd name="T57" fmla="*/ 2147483646 h 210"/>
                <a:gd name="T58" fmla="*/ 2147483646 w 207"/>
                <a:gd name="T59" fmla="*/ 2147483646 h 210"/>
                <a:gd name="T60" fmla="*/ 2147483646 w 207"/>
                <a:gd name="T61" fmla="*/ 2147483646 h 210"/>
                <a:gd name="T62" fmla="*/ 0 w 207"/>
                <a:gd name="T63" fmla="*/ 2147483646 h 210"/>
                <a:gd name="T64" fmla="*/ 0 w 207"/>
                <a:gd name="T65" fmla="*/ 2147483646 h 210"/>
                <a:gd name="T66" fmla="*/ 0 w 207"/>
                <a:gd name="T67" fmla="*/ 2147483646 h 210"/>
                <a:gd name="T68" fmla="*/ 0 w 207"/>
                <a:gd name="T69" fmla="*/ 2147483646 h 210"/>
                <a:gd name="T70" fmla="*/ 0 w 207"/>
                <a:gd name="T71" fmla="*/ 2147483646 h 210"/>
                <a:gd name="T72" fmla="*/ 0 w 207"/>
                <a:gd name="T73" fmla="*/ 2147483646 h 210"/>
                <a:gd name="T74" fmla="*/ 2147483646 w 207"/>
                <a:gd name="T75" fmla="*/ 2147483646 h 210"/>
                <a:gd name="T76" fmla="*/ 2147483646 w 207"/>
                <a:gd name="T77" fmla="*/ 2147483646 h 210"/>
                <a:gd name="T78" fmla="*/ 2147483646 w 207"/>
                <a:gd name="T79" fmla="*/ 2147483646 h 210"/>
                <a:gd name="T80" fmla="*/ 2147483646 w 207"/>
                <a:gd name="T81" fmla="*/ 2147483646 h 210"/>
                <a:gd name="T82" fmla="*/ 2147483646 w 207"/>
                <a:gd name="T83" fmla="*/ 2147483646 h 210"/>
                <a:gd name="T84" fmla="*/ 2147483646 w 207"/>
                <a:gd name="T85" fmla="*/ 0 h 210"/>
                <a:gd name="T86" fmla="*/ 2147483646 w 207"/>
                <a:gd name="T87" fmla="*/ 0 h 210"/>
                <a:gd name="T88" fmla="*/ 2147483646 w 207"/>
                <a:gd name="T89" fmla="*/ 0 h 21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7"/>
                <a:gd name="T136" fmla="*/ 0 h 210"/>
                <a:gd name="T137" fmla="*/ 207 w 207"/>
                <a:gd name="T138" fmla="*/ 210 h 21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7" h="210">
                  <a:moveTo>
                    <a:pt x="111" y="0"/>
                  </a:moveTo>
                  <a:lnTo>
                    <a:pt x="111" y="0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144" y="17"/>
                  </a:lnTo>
                  <a:lnTo>
                    <a:pt x="159" y="17"/>
                  </a:lnTo>
                  <a:lnTo>
                    <a:pt x="177" y="33"/>
                  </a:lnTo>
                  <a:lnTo>
                    <a:pt x="192" y="33"/>
                  </a:lnTo>
                  <a:lnTo>
                    <a:pt x="192" y="48"/>
                  </a:lnTo>
                  <a:lnTo>
                    <a:pt x="192" y="65"/>
                  </a:lnTo>
                  <a:lnTo>
                    <a:pt x="207" y="65"/>
                  </a:lnTo>
                  <a:lnTo>
                    <a:pt x="207" y="81"/>
                  </a:lnTo>
                  <a:lnTo>
                    <a:pt x="207" y="96"/>
                  </a:lnTo>
                  <a:lnTo>
                    <a:pt x="207" y="114"/>
                  </a:lnTo>
                  <a:lnTo>
                    <a:pt x="207" y="129"/>
                  </a:lnTo>
                  <a:lnTo>
                    <a:pt x="207" y="144"/>
                  </a:lnTo>
                  <a:lnTo>
                    <a:pt x="192" y="144"/>
                  </a:lnTo>
                  <a:lnTo>
                    <a:pt x="192" y="162"/>
                  </a:lnTo>
                  <a:lnTo>
                    <a:pt x="192" y="177"/>
                  </a:lnTo>
                  <a:lnTo>
                    <a:pt x="177" y="177"/>
                  </a:lnTo>
                  <a:lnTo>
                    <a:pt x="159" y="192"/>
                  </a:lnTo>
                  <a:lnTo>
                    <a:pt x="144" y="192"/>
                  </a:lnTo>
                  <a:lnTo>
                    <a:pt x="144" y="210"/>
                  </a:lnTo>
                  <a:lnTo>
                    <a:pt x="129" y="210"/>
                  </a:lnTo>
                  <a:lnTo>
                    <a:pt x="111" y="210"/>
                  </a:lnTo>
                  <a:lnTo>
                    <a:pt x="96" y="210"/>
                  </a:lnTo>
                  <a:lnTo>
                    <a:pt x="81" y="210"/>
                  </a:lnTo>
                  <a:lnTo>
                    <a:pt x="63" y="210"/>
                  </a:lnTo>
                  <a:lnTo>
                    <a:pt x="63" y="192"/>
                  </a:lnTo>
                  <a:lnTo>
                    <a:pt x="48" y="192"/>
                  </a:lnTo>
                  <a:lnTo>
                    <a:pt x="33" y="177"/>
                  </a:lnTo>
                  <a:lnTo>
                    <a:pt x="16" y="177"/>
                  </a:lnTo>
                  <a:lnTo>
                    <a:pt x="16" y="162"/>
                  </a:lnTo>
                  <a:lnTo>
                    <a:pt x="16" y="144"/>
                  </a:lnTo>
                  <a:lnTo>
                    <a:pt x="0" y="144"/>
                  </a:lnTo>
                  <a:lnTo>
                    <a:pt x="0" y="129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0" y="81"/>
                  </a:lnTo>
                  <a:lnTo>
                    <a:pt x="0" y="65"/>
                  </a:lnTo>
                  <a:lnTo>
                    <a:pt x="16" y="65"/>
                  </a:lnTo>
                  <a:lnTo>
                    <a:pt x="16" y="48"/>
                  </a:lnTo>
                  <a:lnTo>
                    <a:pt x="16" y="33"/>
                  </a:lnTo>
                  <a:lnTo>
                    <a:pt x="33" y="33"/>
                  </a:lnTo>
                  <a:lnTo>
                    <a:pt x="48" y="17"/>
                  </a:lnTo>
                  <a:lnTo>
                    <a:pt x="63" y="17"/>
                  </a:lnTo>
                  <a:lnTo>
                    <a:pt x="63" y="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7" name="Freeform 132">
              <a:extLst>
                <a:ext uri="{FF2B5EF4-FFF2-40B4-BE49-F238E27FC236}">
                  <a16:creationId xmlns:a16="http://schemas.microsoft.com/office/drawing/2014/main" id="{AC0AD339-147F-054F-BE04-316641B76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175" y="4828595"/>
              <a:ext cx="123825" cy="123825"/>
            </a:xfrm>
            <a:custGeom>
              <a:avLst/>
              <a:gdLst>
                <a:gd name="T0" fmla="*/ 2147483646 w 192"/>
                <a:gd name="T1" fmla="*/ 0 h 192"/>
                <a:gd name="T2" fmla="*/ 2147483646 w 192"/>
                <a:gd name="T3" fmla="*/ 0 h 192"/>
                <a:gd name="T4" fmla="*/ 2147483646 w 192"/>
                <a:gd name="T5" fmla="*/ 0 h 192"/>
                <a:gd name="T6" fmla="*/ 2147483646 w 192"/>
                <a:gd name="T7" fmla="*/ 2147483646 h 192"/>
                <a:gd name="T8" fmla="*/ 2147483646 w 192"/>
                <a:gd name="T9" fmla="*/ 2147483646 h 192"/>
                <a:gd name="T10" fmla="*/ 2147483646 w 192"/>
                <a:gd name="T11" fmla="*/ 2147483646 h 192"/>
                <a:gd name="T12" fmla="*/ 2147483646 w 192"/>
                <a:gd name="T13" fmla="*/ 2147483646 h 192"/>
                <a:gd name="T14" fmla="*/ 2147483646 w 192"/>
                <a:gd name="T15" fmla="*/ 2147483646 h 192"/>
                <a:gd name="T16" fmla="*/ 2147483646 w 192"/>
                <a:gd name="T17" fmla="*/ 2147483646 h 192"/>
                <a:gd name="T18" fmla="*/ 2147483646 w 192"/>
                <a:gd name="T19" fmla="*/ 2147483646 h 192"/>
                <a:gd name="T20" fmla="*/ 2147483646 w 192"/>
                <a:gd name="T21" fmla="*/ 2147483646 h 192"/>
                <a:gd name="T22" fmla="*/ 2147483646 w 192"/>
                <a:gd name="T23" fmla="*/ 2147483646 h 192"/>
                <a:gd name="T24" fmla="*/ 2147483646 w 192"/>
                <a:gd name="T25" fmla="*/ 2147483646 h 192"/>
                <a:gd name="T26" fmla="*/ 2147483646 w 192"/>
                <a:gd name="T27" fmla="*/ 2147483646 h 192"/>
                <a:gd name="T28" fmla="*/ 2147483646 w 192"/>
                <a:gd name="T29" fmla="*/ 2147483646 h 192"/>
                <a:gd name="T30" fmla="*/ 2147483646 w 192"/>
                <a:gd name="T31" fmla="*/ 2147483646 h 192"/>
                <a:gd name="T32" fmla="*/ 2147483646 w 192"/>
                <a:gd name="T33" fmla="*/ 2147483646 h 192"/>
                <a:gd name="T34" fmla="*/ 2147483646 w 192"/>
                <a:gd name="T35" fmla="*/ 2147483646 h 192"/>
                <a:gd name="T36" fmla="*/ 2147483646 w 192"/>
                <a:gd name="T37" fmla="*/ 2147483646 h 192"/>
                <a:gd name="T38" fmla="*/ 2147483646 w 192"/>
                <a:gd name="T39" fmla="*/ 2147483646 h 192"/>
                <a:gd name="T40" fmla="*/ 2147483646 w 192"/>
                <a:gd name="T41" fmla="*/ 2147483646 h 192"/>
                <a:gd name="T42" fmla="*/ 2147483646 w 192"/>
                <a:gd name="T43" fmla="*/ 2147483646 h 192"/>
                <a:gd name="T44" fmla="*/ 2147483646 w 192"/>
                <a:gd name="T45" fmla="*/ 2147483646 h 192"/>
                <a:gd name="T46" fmla="*/ 2147483646 w 192"/>
                <a:gd name="T47" fmla="*/ 2147483646 h 192"/>
                <a:gd name="T48" fmla="*/ 2147483646 w 192"/>
                <a:gd name="T49" fmla="*/ 2147483646 h 192"/>
                <a:gd name="T50" fmla="*/ 2147483646 w 192"/>
                <a:gd name="T51" fmla="*/ 2147483646 h 192"/>
                <a:gd name="T52" fmla="*/ 2147483646 w 192"/>
                <a:gd name="T53" fmla="*/ 2147483646 h 192"/>
                <a:gd name="T54" fmla="*/ 2147483646 w 192"/>
                <a:gd name="T55" fmla="*/ 2147483646 h 192"/>
                <a:gd name="T56" fmla="*/ 2147483646 w 192"/>
                <a:gd name="T57" fmla="*/ 2147483646 h 192"/>
                <a:gd name="T58" fmla="*/ 2147483646 w 192"/>
                <a:gd name="T59" fmla="*/ 2147483646 h 192"/>
                <a:gd name="T60" fmla="*/ 2147483646 w 192"/>
                <a:gd name="T61" fmla="*/ 2147483646 h 192"/>
                <a:gd name="T62" fmla="*/ 0 w 192"/>
                <a:gd name="T63" fmla="*/ 2147483646 h 192"/>
                <a:gd name="T64" fmla="*/ 0 w 192"/>
                <a:gd name="T65" fmla="*/ 2147483646 h 192"/>
                <a:gd name="T66" fmla="*/ 0 w 192"/>
                <a:gd name="T67" fmla="*/ 2147483646 h 192"/>
                <a:gd name="T68" fmla="*/ 0 w 192"/>
                <a:gd name="T69" fmla="*/ 2147483646 h 192"/>
                <a:gd name="T70" fmla="*/ 0 w 192"/>
                <a:gd name="T71" fmla="*/ 2147483646 h 192"/>
                <a:gd name="T72" fmla="*/ 0 w 192"/>
                <a:gd name="T73" fmla="*/ 2147483646 h 192"/>
                <a:gd name="T74" fmla="*/ 2147483646 w 192"/>
                <a:gd name="T75" fmla="*/ 2147483646 h 192"/>
                <a:gd name="T76" fmla="*/ 2147483646 w 192"/>
                <a:gd name="T77" fmla="*/ 2147483646 h 192"/>
                <a:gd name="T78" fmla="*/ 2147483646 w 192"/>
                <a:gd name="T79" fmla="*/ 2147483646 h 192"/>
                <a:gd name="T80" fmla="*/ 2147483646 w 192"/>
                <a:gd name="T81" fmla="*/ 2147483646 h 192"/>
                <a:gd name="T82" fmla="*/ 2147483646 w 192"/>
                <a:gd name="T83" fmla="*/ 2147483646 h 192"/>
                <a:gd name="T84" fmla="*/ 2147483646 w 192"/>
                <a:gd name="T85" fmla="*/ 0 h 192"/>
                <a:gd name="T86" fmla="*/ 2147483646 w 192"/>
                <a:gd name="T87" fmla="*/ 0 h 192"/>
                <a:gd name="T88" fmla="*/ 2147483646 w 192"/>
                <a:gd name="T89" fmla="*/ 0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2"/>
                <a:gd name="T137" fmla="*/ 192 w 192"/>
                <a:gd name="T138" fmla="*/ 192 h 19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2">
                  <a:moveTo>
                    <a:pt x="96" y="0"/>
                  </a:moveTo>
                  <a:lnTo>
                    <a:pt x="96" y="0"/>
                  </a:lnTo>
                  <a:lnTo>
                    <a:pt x="111" y="0"/>
                  </a:lnTo>
                  <a:lnTo>
                    <a:pt x="129" y="0"/>
                  </a:lnTo>
                  <a:lnTo>
                    <a:pt x="129" y="17"/>
                  </a:lnTo>
                  <a:lnTo>
                    <a:pt x="144" y="17"/>
                  </a:lnTo>
                  <a:lnTo>
                    <a:pt x="159" y="17"/>
                  </a:lnTo>
                  <a:lnTo>
                    <a:pt x="159" y="33"/>
                  </a:lnTo>
                  <a:lnTo>
                    <a:pt x="177" y="33"/>
                  </a:lnTo>
                  <a:lnTo>
                    <a:pt x="177" y="48"/>
                  </a:lnTo>
                  <a:lnTo>
                    <a:pt x="192" y="65"/>
                  </a:lnTo>
                  <a:lnTo>
                    <a:pt x="192" y="81"/>
                  </a:lnTo>
                  <a:lnTo>
                    <a:pt x="192" y="96"/>
                  </a:lnTo>
                  <a:lnTo>
                    <a:pt x="192" y="114"/>
                  </a:lnTo>
                  <a:lnTo>
                    <a:pt x="192" y="129"/>
                  </a:lnTo>
                  <a:lnTo>
                    <a:pt x="177" y="144"/>
                  </a:lnTo>
                  <a:lnTo>
                    <a:pt x="177" y="162"/>
                  </a:lnTo>
                  <a:lnTo>
                    <a:pt x="159" y="162"/>
                  </a:lnTo>
                  <a:lnTo>
                    <a:pt x="159" y="177"/>
                  </a:lnTo>
                  <a:lnTo>
                    <a:pt x="144" y="177"/>
                  </a:lnTo>
                  <a:lnTo>
                    <a:pt x="129" y="177"/>
                  </a:lnTo>
                  <a:lnTo>
                    <a:pt x="129" y="192"/>
                  </a:lnTo>
                  <a:lnTo>
                    <a:pt x="111" y="192"/>
                  </a:lnTo>
                  <a:lnTo>
                    <a:pt x="96" y="192"/>
                  </a:lnTo>
                  <a:lnTo>
                    <a:pt x="81" y="192"/>
                  </a:lnTo>
                  <a:lnTo>
                    <a:pt x="63" y="192"/>
                  </a:lnTo>
                  <a:lnTo>
                    <a:pt x="63" y="177"/>
                  </a:lnTo>
                  <a:lnTo>
                    <a:pt x="48" y="177"/>
                  </a:lnTo>
                  <a:lnTo>
                    <a:pt x="33" y="177"/>
                  </a:lnTo>
                  <a:lnTo>
                    <a:pt x="33" y="162"/>
                  </a:lnTo>
                  <a:lnTo>
                    <a:pt x="16" y="162"/>
                  </a:lnTo>
                  <a:lnTo>
                    <a:pt x="16" y="144"/>
                  </a:lnTo>
                  <a:lnTo>
                    <a:pt x="0" y="129"/>
                  </a:lnTo>
                  <a:lnTo>
                    <a:pt x="0" y="114"/>
                  </a:lnTo>
                  <a:lnTo>
                    <a:pt x="0" y="96"/>
                  </a:lnTo>
                  <a:lnTo>
                    <a:pt x="0" y="81"/>
                  </a:lnTo>
                  <a:lnTo>
                    <a:pt x="0" y="65"/>
                  </a:lnTo>
                  <a:lnTo>
                    <a:pt x="16" y="48"/>
                  </a:lnTo>
                  <a:lnTo>
                    <a:pt x="16" y="33"/>
                  </a:lnTo>
                  <a:lnTo>
                    <a:pt x="33" y="33"/>
                  </a:lnTo>
                  <a:lnTo>
                    <a:pt x="33" y="17"/>
                  </a:lnTo>
                  <a:lnTo>
                    <a:pt x="48" y="17"/>
                  </a:lnTo>
                  <a:lnTo>
                    <a:pt x="63" y="17"/>
                  </a:lnTo>
                  <a:lnTo>
                    <a:pt x="63" y="0"/>
                  </a:lnTo>
                  <a:lnTo>
                    <a:pt x="81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8" name="Freeform 133">
              <a:extLst>
                <a:ext uri="{FF2B5EF4-FFF2-40B4-BE49-F238E27FC236}">
                  <a16:creationId xmlns:a16="http://schemas.microsoft.com/office/drawing/2014/main" id="{2C052956-FBB7-1941-A677-C6C590565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87" y="4704770"/>
              <a:ext cx="134938" cy="134937"/>
            </a:xfrm>
            <a:custGeom>
              <a:avLst/>
              <a:gdLst>
                <a:gd name="T0" fmla="*/ 2147483646 w 207"/>
                <a:gd name="T1" fmla="*/ 0 h 207"/>
                <a:gd name="T2" fmla="*/ 2147483646 w 207"/>
                <a:gd name="T3" fmla="*/ 0 h 207"/>
                <a:gd name="T4" fmla="*/ 2147483646 w 207"/>
                <a:gd name="T5" fmla="*/ 0 h 207"/>
                <a:gd name="T6" fmla="*/ 2147483646 w 207"/>
                <a:gd name="T7" fmla="*/ 2147483646 h 207"/>
                <a:gd name="T8" fmla="*/ 2147483646 w 207"/>
                <a:gd name="T9" fmla="*/ 2147483646 h 207"/>
                <a:gd name="T10" fmla="*/ 2147483646 w 207"/>
                <a:gd name="T11" fmla="*/ 2147483646 h 207"/>
                <a:gd name="T12" fmla="*/ 2147483646 w 207"/>
                <a:gd name="T13" fmla="*/ 2147483646 h 207"/>
                <a:gd name="T14" fmla="*/ 2147483646 w 207"/>
                <a:gd name="T15" fmla="*/ 2147483646 h 207"/>
                <a:gd name="T16" fmla="*/ 2147483646 w 207"/>
                <a:gd name="T17" fmla="*/ 2147483646 h 207"/>
                <a:gd name="T18" fmla="*/ 2147483646 w 207"/>
                <a:gd name="T19" fmla="*/ 2147483646 h 207"/>
                <a:gd name="T20" fmla="*/ 2147483646 w 207"/>
                <a:gd name="T21" fmla="*/ 2147483646 h 207"/>
                <a:gd name="T22" fmla="*/ 2147483646 w 207"/>
                <a:gd name="T23" fmla="*/ 2147483646 h 207"/>
                <a:gd name="T24" fmla="*/ 2147483646 w 207"/>
                <a:gd name="T25" fmla="*/ 2147483646 h 207"/>
                <a:gd name="T26" fmla="*/ 2147483646 w 207"/>
                <a:gd name="T27" fmla="*/ 2147483646 h 207"/>
                <a:gd name="T28" fmla="*/ 2147483646 w 207"/>
                <a:gd name="T29" fmla="*/ 2147483646 h 207"/>
                <a:gd name="T30" fmla="*/ 2147483646 w 207"/>
                <a:gd name="T31" fmla="*/ 2147483646 h 207"/>
                <a:gd name="T32" fmla="*/ 2147483646 w 207"/>
                <a:gd name="T33" fmla="*/ 2147483646 h 207"/>
                <a:gd name="T34" fmla="*/ 2147483646 w 207"/>
                <a:gd name="T35" fmla="*/ 2147483646 h 207"/>
                <a:gd name="T36" fmla="*/ 2147483646 w 207"/>
                <a:gd name="T37" fmla="*/ 2147483646 h 207"/>
                <a:gd name="T38" fmla="*/ 2147483646 w 207"/>
                <a:gd name="T39" fmla="*/ 2147483646 h 207"/>
                <a:gd name="T40" fmla="*/ 2147483646 w 207"/>
                <a:gd name="T41" fmla="*/ 2147483646 h 207"/>
                <a:gd name="T42" fmla="*/ 2147483646 w 207"/>
                <a:gd name="T43" fmla="*/ 2147483646 h 207"/>
                <a:gd name="T44" fmla="*/ 2147483646 w 207"/>
                <a:gd name="T45" fmla="*/ 2147483646 h 207"/>
                <a:gd name="T46" fmla="*/ 2147483646 w 207"/>
                <a:gd name="T47" fmla="*/ 2147483646 h 207"/>
                <a:gd name="T48" fmla="*/ 2147483646 w 207"/>
                <a:gd name="T49" fmla="*/ 2147483646 h 207"/>
                <a:gd name="T50" fmla="*/ 2147483646 w 207"/>
                <a:gd name="T51" fmla="*/ 2147483646 h 207"/>
                <a:gd name="T52" fmla="*/ 2147483646 w 207"/>
                <a:gd name="T53" fmla="*/ 2147483646 h 207"/>
                <a:gd name="T54" fmla="*/ 2147483646 w 207"/>
                <a:gd name="T55" fmla="*/ 2147483646 h 207"/>
                <a:gd name="T56" fmla="*/ 2147483646 w 207"/>
                <a:gd name="T57" fmla="*/ 2147483646 h 207"/>
                <a:gd name="T58" fmla="*/ 2147483646 w 207"/>
                <a:gd name="T59" fmla="*/ 2147483646 h 207"/>
                <a:gd name="T60" fmla="*/ 2147483646 w 207"/>
                <a:gd name="T61" fmla="*/ 2147483646 h 207"/>
                <a:gd name="T62" fmla="*/ 0 w 207"/>
                <a:gd name="T63" fmla="*/ 2147483646 h 207"/>
                <a:gd name="T64" fmla="*/ 0 w 207"/>
                <a:gd name="T65" fmla="*/ 2147483646 h 207"/>
                <a:gd name="T66" fmla="*/ 0 w 207"/>
                <a:gd name="T67" fmla="*/ 2147483646 h 207"/>
                <a:gd name="T68" fmla="*/ 0 w 207"/>
                <a:gd name="T69" fmla="*/ 2147483646 h 207"/>
                <a:gd name="T70" fmla="*/ 0 w 207"/>
                <a:gd name="T71" fmla="*/ 2147483646 h 207"/>
                <a:gd name="T72" fmla="*/ 0 w 207"/>
                <a:gd name="T73" fmla="*/ 2147483646 h 207"/>
                <a:gd name="T74" fmla="*/ 2147483646 w 207"/>
                <a:gd name="T75" fmla="*/ 2147483646 h 207"/>
                <a:gd name="T76" fmla="*/ 2147483646 w 207"/>
                <a:gd name="T77" fmla="*/ 2147483646 h 207"/>
                <a:gd name="T78" fmla="*/ 2147483646 w 207"/>
                <a:gd name="T79" fmla="*/ 2147483646 h 207"/>
                <a:gd name="T80" fmla="*/ 2147483646 w 207"/>
                <a:gd name="T81" fmla="*/ 2147483646 h 207"/>
                <a:gd name="T82" fmla="*/ 2147483646 w 207"/>
                <a:gd name="T83" fmla="*/ 2147483646 h 207"/>
                <a:gd name="T84" fmla="*/ 2147483646 w 207"/>
                <a:gd name="T85" fmla="*/ 0 h 207"/>
                <a:gd name="T86" fmla="*/ 2147483646 w 207"/>
                <a:gd name="T87" fmla="*/ 0 h 207"/>
                <a:gd name="T88" fmla="*/ 2147483646 w 207"/>
                <a:gd name="T89" fmla="*/ 0 h 2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7"/>
                <a:gd name="T136" fmla="*/ 0 h 207"/>
                <a:gd name="T137" fmla="*/ 207 w 207"/>
                <a:gd name="T138" fmla="*/ 207 h 20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7" h="207">
                  <a:moveTo>
                    <a:pt x="111" y="0"/>
                  </a:moveTo>
                  <a:lnTo>
                    <a:pt x="111" y="0"/>
                  </a:lnTo>
                  <a:lnTo>
                    <a:pt x="126" y="0"/>
                  </a:lnTo>
                  <a:lnTo>
                    <a:pt x="144" y="0"/>
                  </a:lnTo>
                  <a:lnTo>
                    <a:pt x="144" y="15"/>
                  </a:lnTo>
                  <a:lnTo>
                    <a:pt x="159" y="15"/>
                  </a:lnTo>
                  <a:lnTo>
                    <a:pt x="174" y="30"/>
                  </a:lnTo>
                  <a:lnTo>
                    <a:pt x="192" y="30"/>
                  </a:lnTo>
                  <a:lnTo>
                    <a:pt x="192" y="48"/>
                  </a:lnTo>
                  <a:lnTo>
                    <a:pt x="192" y="63"/>
                  </a:lnTo>
                  <a:lnTo>
                    <a:pt x="207" y="63"/>
                  </a:lnTo>
                  <a:lnTo>
                    <a:pt x="207" y="79"/>
                  </a:lnTo>
                  <a:lnTo>
                    <a:pt x="207" y="96"/>
                  </a:lnTo>
                  <a:lnTo>
                    <a:pt x="207" y="111"/>
                  </a:lnTo>
                  <a:lnTo>
                    <a:pt x="207" y="127"/>
                  </a:lnTo>
                  <a:lnTo>
                    <a:pt x="207" y="142"/>
                  </a:lnTo>
                  <a:lnTo>
                    <a:pt x="192" y="142"/>
                  </a:lnTo>
                  <a:lnTo>
                    <a:pt x="192" y="159"/>
                  </a:lnTo>
                  <a:lnTo>
                    <a:pt x="192" y="175"/>
                  </a:lnTo>
                  <a:lnTo>
                    <a:pt x="174" y="175"/>
                  </a:lnTo>
                  <a:lnTo>
                    <a:pt x="159" y="190"/>
                  </a:lnTo>
                  <a:lnTo>
                    <a:pt x="144" y="190"/>
                  </a:lnTo>
                  <a:lnTo>
                    <a:pt x="144" y="207"/>
                  </a:lnTo>
                  <a:lnTo>
                    <a:pt x="126" y="207"/>
                  </a:lnTo>
                  <a:lnTo>
                    <a:pt x="111" y="207"/>
                  </a:lnTo>
                  <a:lnTo>
                    <a:pt x="96" y="207"/>
                  </a:lnTo>
                  <a:lnTo>
                    <a:pt x="78" y="207"/>
                  </a:lnTo>
                  <a:lnTo>
                    <a:pt x="63" y="207"/>
                  </a:lnTo>
                  <a:lnTo>
                    <a:pt x="63" y="190"/>
                  </a:lnTo>
                  <a:lnTo>
                    <a:pt x="48" y="190"/>
                  </a:lnTo>
                  <a:lnTo>
                    <a:pt x="30" y="175"/>
                  </a:lnTo>
                  <a:lnTo>
                    <a:pt x="15" y="175"/>
                  </a:lnTo>
                  <a:lnTo>
                    <a:pt x="15" y="159"/>
                  </a:lnTo>
                  <a:lnTo>
                    <a:pt x="15" y="142"/>
                  </a:lnTo>
                  <a:lnTo>
                    <a:pt x="0" y="142"/>
                  </a:lnTo>
                  <a:lnTo>
                    <a:pt x="0" y="127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9"/>
                  </a:lnTo>
                  <a:lnTo>
                    <a:pt x="0" y="63"/>
                  </a:lnTo>
                  <a:lnTo>
                    <a:pt x="15" y="63"/>
                  </a:lnTo>
                  <a:lnTo>
                    <a:pt x="15" y="48"/>
                  </a:lnTo>
                  <a:lnTo>
                    <a:pt x="15" y="30"/>
                  </a:lnTo>
                  <a:lnTo>
                    <a:pt x="30" y="30"/>
                  </a:lnTo>
                  <a:lnTo>
                    <a:pt x="48" y="15"/>
                  </a:lnTo>
                  <a:lnTo>
                    <a:pt x="63" y="15"/>
                  </a:lnTo>
                  <a:lnTo>
                    <a:pt x="63" y="0"/>
                  </a:lnTo>
                  <a:lnTo>
                    <a:pt x="78" y="0"/>
                  </a:lnTo>
                  <a:lnTo>
                    <a:pt x="96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49" name="Freeform 134">
              <a:extLst>
                <a:ext uri="{FF2B5EF4-FFF2-40B4-BE49-F238E27FC236}">
                  <a16:creationId xmlns:a16="http://schemas.microsoft.com/office/drawing/2014/main" id="{F8BCA7AB-73AF-E84F-A195-2E9F0C779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87" y="4704770"/>
              <a:ext cx="123825" cy="123825"/>
            </a:xfrm>
            <a:custGeom>
              <a:avLst/>
              <a:gdLst>
                <a:gd name="T0" fmla="*/ 2147483646 w 192"/>
                <a:gd name="T1" fmla="*/ 0 h 190"/>
                <a:gd name="T2" fmla="*/ 2147483646 w 192"/>
                <a:gd name="T3" fmla="*/ 0 h 190"/>
                <a:gd name="T4" fmla="*/ 2147483646 w 192"/>
                <a:gd name="T5" fmla="*/ 0 h 190"/>
                <a:gd name="T6" fmla="*/ 2147483646 w 192"/>
                <a:gd name="T7" fmla="*/ 2147483646 h 190"/>
                <a:gd name="T8" fmla="*/ 2147483646 w 192"/>
                <a:gd name="T9" fmla="*/ 2147483646 h 190"/>
                <a:gd name="T10" fmla="*/ 2147483646 w 192"/>
                <a:gd name="T11" fmla="*/ 2147483646 h 190"/>
                <a:gd name="T12" fmla="*/ 2147483646 w 192"/>
                <a:gd name="T13" fmla="*/ 2147483646 h 190"/>
                <a:gd name="T14" fmla="*/ 2147483646 w 192"/>
                <a:gd name="T15" fmla="*/ 2147483646 h 190"/>
                <a:gd name="T16" fmla="*/ 2147483646 w 192"/>
                <a:gd name="T17" fmla="*/ 2147483646 h 190"/>
                <a:gd name="T18" fmla="*/ 2147483646 w 192"/>
                <a:gd name="T19" fmla="*/ 2147483646 h 190"/>
                <a:gd name="T20" fmla="*/ 2147483646 w 192"/>
                <a:gd name="T21" fmla="*/ 2147483646 h 190"/>
                <a:gd name="T22" fmla="*/ 2147483646 w 192"/>
                <a:gd name="T23" fmla="*/ 2147483646 h 190"/>
                <a:gd name="T24" fmla="*/ 2147483646 w 192"/>
                <a:gd name="T25" fmla="*/ 2147483646 h 190"/>
                <a:gd name="T26" fmla="*/ 2147483646 w 192"/>
                <a:gd name="T27" fmla="*/ 2147483646 h 190"/>
                <a:gd name="T28" fmla="*/ 2147483646 w 192"/>
                <a:gd name="T29" fmla="*/ 2147483646 h 190"/>
                <a:gd name="T30" fmla="*/ 2147483646 w 192"/>
                <a:gd name="T31" fmla="*/ 2147483646 h 190"/>
                <a:gd name="T32" fmla="*/ 2147483646 w 192"/>
                <a:gd name="T33" fmla="*/ 2147483646 h 190"/>
                <a:gd name="T34" fmla="*/ 2147483646 w 192"/>
                <a:gd name="T35" fmla="*/ 2147483646 h 190"/>
                <a:gd name="T36" fmla="*/ 2147483646 w 192"/>
                <a:gd name="T37" fmla="*/ 2147483646 h 190"/>
                <a:gd name="T38" fmla="*/ 2147483646 w 192"/>
                <a:gd name="T39" fmla="*/ 2147483646 h 190"/>
                <a:gd name="T40" fmla="*/ 2147483646 w 192"/>
                <a:gd name="T41" fmla="*/ 2147483646 h 190"/>
                <a:gd name="T42" fmla="*/ 2147483646 w 192"/>
                <a:gd name="T43" fmla="*/ 2147483646 h 190"/>
                <a:gd name="T44" fmla="*/ 2147483646 w 192"/>
                <a:gd name="T45" fmla="*/ 2147483646 h 190"/>
                <a:gd name="T46" fmla="*/ 2147483646 w 192"/>
                <a:gd name="T47" fmla="*/ 2147483646 h 190"/>
                <a:gd name="T48" fmla="*/ 2147483646 w 192"/>
                <a:gd name="T49" fmla="*/ 2147483646 h 190"/>
                <a:gd name="T50" fmla="*/ 2147483646 w 192"/>
                <a:gd name="T51" fmla="*/ 2147483646 h 190"/>
                <a:gd name="T52" fmla="*/ 2147483646 w 192"/>
                <a:gd name="T53" fmla="*/ 2147483646 h 190"/>
                <a:gd name="T54" fmla="*/ 2147483646 w 192"/>
                <a:gd name="T55" fmla="*/ 2147483646 h 190"/>
                <a:gd name="T56" fmla="*/ 2147483646 w 192"/>
                <a:gd name="T57" fmla="*/ 2147483646 h 190"/>
                <a:gd name="T58" fmla="*/ 2147483646 w 192"/>
                <a:gd name="T59" fmla="*/ 2147483646 h 190"/>
                <a:gd name="T60" fmla="*/ 2147483646 w 192"/>
                <a:gd name="T61" fmla="*/ 2147483646 h 190"/>
                <a:gd name="T62" fmla="*/ 0 w 192"/>
                <a:gd name="T63" fmla="*/ 2147483646 h 190"/>
                <a:gd name="T64" fmla="*/ 0 w 192"/>
                <a:gd name="T65" fmla="*/ 2147483646 h 190"/>
                <a:gd name="T66" fmla="*/ 0 w 192"/>
                <a:gd name="T67" fmla="*/ 2147483646 h 190"/>
                <a:gd name="T68" fmla="*/ 0 w 192"/>
                <a:gd name="T69" fmla="*/ 2147483646 h 190"/>
                <a:gd name="T70" fmla="*/ 0 w 192"/>
                <a:gd name="T71" fmla="*/ 2147483646 h 190"/>
                <a:gd name="T72" fmla="*/ 0 w 192"/>
                <a:gd name="T73" fmla="*/ 2147483646 h 190"/>
                <a:gd name="T74" fmla="*/ 2147483646 w 192"/>
                <a:gd name="T75" fmla="*/ 2147483646 h 190"/>
                <a:gd name="T76" fmla="*/ 2147483646 w 192"/>
                <a:gd name="T77" fmla="*/ 2147483646 h 190"/>
                <a:gd name="T78" fmla="*/ 2147483646 w 192"/>
                <a:gd name="T79" fmla="*/ 2147483646 h 190"/>
                <a:gd name="T80" fmla="*/ 2147483646 w 192"/>
                <a:gd name="T81" fmla="*/ 2147483646 h 190"/>
                <a:gd name="T82" fmla="*/ 2147483646 w 192"/>
                <a:gd name="T83" fmla="*/ 2147483646 h 190"/>
                <a:gd name="T84" fmla="*/ 2147483646 w 192"/>
                <a:gd name="T85" fmla="*/ 0 h 190"/>
                <a:gd name="T86" fmla="*/ 2147483646 w 192"/>
                <a:gd name="T87" fmla="*/ 0 h 190"/>
                <a:gd name="T88" fmla="*/ 2147483646 w 192"/>
                <a:gd name="T89" fmla="*/ 0 h 19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0"/>
                <a:gd name="T137" fmla="*/ 192 w 192"/>
                <a:gd name="T138" fmla="*/ 190 h 19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0">
                  <a:moveTo>
                    <a:pt x="96" y="0"/>
                  </a:moveTo>
                  <a:lnTo>
                    <a:pt x="96" y="0"/>
                  </a:lnTo>
                  <a:lnTo>
                    <a:pt x="111" y="0"/>
                  </a:lnTo>
                  <a:lnTo>
                    <a:pt x="126" y="0"/>
                  </a:lnTo>
                  <a:lnTo>
                    <a:pt x="126" y="15"/>
                  </a:lnTo>
                  <a:lnTo>
                    <a:pt x="144" y="15"/>
                  </a:lnTo>
                  <a:lnTo>
                    <a:pt x="159" y="15"/>
                  </a:lnTo>
                  <a:lnTo>
                    <a:pt x="159" y="30"/>
                  </a:lnTo>
                  <a:lnTo>
                    <a:pt x="174" y="30"/>
                  </a:lnTo>
                  <a:lnTo>
                    <a:pt x="174" y="48"/>
                  </a:lnTo>
                  <a:lnTo>
                    <a:pt x="192" y="63"/>
                  </a:lnTo>
                  <a:lnTo>
                    <a:pt x="192" y="79"/>
                  </a:lnTo>
                  <a:lnTo>
                    <a:pt x="192" y="96"/>
                  </a:lnTo>
                  <a:lnTo>
                    <a:pt x="192" y="111"/>
                  </a:lnTo>
                  <a:lnTo>
                    <a:pt x="192" y="127"/>
                  </a:lnTo>
                  <a:lnTo>
                    <a:pt x="174" y="142"/>
                  </a:lnTo>
                  <a:lnTo>
                    <a:pt x="174" y="159"/>
                  </a:lnTo>
                  <a:lnTo>
                    <a:pt x="159" y="159"/>
                  </a:lnTo>
                  <a:lnTo>
                    <a:pt x="159" y="175"/>
                  </a:lnTo>
                  <a:lnTo>
                    <a:pt x="144" y="175"/>
                  </a:lnTo>
                  <a:lnTo>
                    <a:pt x="126" y="175"/>
                  </a:lnTo>
                  <a:lnTo>
                    <a:pt x="126" y="190"/>
                  </a:lnTo>
                  <a:lnTo>
                    <a:pt x="111" y="190"/>
                  </a:lnTo>
                  <a:lnTo>
                    <a:pt x="96" y="190"/>
                  </a:lnTo>
                  <a:lnTo>
                    <a:pt x="78" y="190"/>
                  </a:lnTo>
                  <a:lnTo>
                    <a:pt x="63" y="190"/>
                  </a:lnTo>
                  <a:lnTo>
                    <a:pt x="63" y="175"/>
                  </a:lnTo>
                  <a:lnTo>
                    <a:pt x="48" y="175"/>
                  </a:lnTo>
                  <a:lnTo>
                    <a:pt x="30" y="175"/>
                  </a:lnTo>
                  <a:lnTo>
                    <a:pt x="30" y="159"/>
                  </a:lnTo>
                  <a:lnTo>
                    <a:pt x="15" y="159"/>
                  </a:lnTo>
                  <a:lnTo>
                    <a:pt x="15" y="142"/>
                  </a:lnTo>
                  <a:lnTo>
                    <a:pt x="0" y="127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9"/>
                  </a:lnTo>
                  <a:lnTo>
                    <a:pt x="0" y="63"/>
                  </a:lnTo>
                  <a:lnTo>
                    <a:pt x="15" y="48"/>
                  </a:lnTo>
                  <a:lnTo>
                    <a:pt x="15" y="30"/>
                  </a:lnTo>
                  <a:lnTo>
                    <a:pt x="30" y="30"/>
                  </a:lnTo>
                  <a:lnTo>
                    <a:pt x="30" y="15"/>
                  </a:lnTo>
                  <a:lnTo>
                    <a:pt x="48" y="15"/>
                  </a:lnTo>
                  <a:lnTo>
                    <a:pt x="63" y="15"/>
                  </a:lnTo>
                  <a:lnTo>
                    <a:pt x="63" y="0"/>
                  </a:lnTo>
                  <a:lnTo>
                    <a:pt x="78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0" name="Freeform 135">
              <a:extLst>
                <a:ext uri="{FF2B5EF4-FFF2-40B4-BE49-F238E27FC236}">
                  <a16:creationId xmlns:a16="http://schemas.microsoft.com/office/drawing/2014/main" id="{C2C2778C-8666-A44F-972F-C0779AD78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9600" y="4715882"/>
              <a:ext cx="134937" cy="133350"/>
            </a:xfrm>
            <a:custGeom>
              <a:avLst/>
              <a:gdLst>
                <a:gd name="T0" fmla="*/ 2147483646 w 210"/>
                <a:gd name="T1" fmla="*/ 0 h 208"/>
                <a:gd name="T2" fmla="*/ 2147483646 w 210"/>
                <a:gd name="T3" fmla="*/ 0 h 208"/>
                <a:gd name="T4" fmla="*/ 2147483646 w 210"/>
                <a:gd name="T5" fmla="*/ 0 h 208"/>
                <a:gd name="T6" fmla="*/ 2147483646 w 210"/>
                <a:gd name="T7" fmla="*/ 2147483646 h 208"/>
                <a:gd name="T8" fmla="*/ 2147483646 w 210"/>
                <a:gd name="T9" fmla="*/ 2147483646 h 208"/>
                <a:gd name="T10" fmla="*/ 2147483646 w 210"/>
                <a:gd name="T11" fmla="*/ 2147483646 h 208"/>
                <a:gd name="T12" fmla="*/ 2147483646 w 210"/>
                <a:gd name="T13" fmla="*/ 2147483646 h 208"/>
                <a:gd name="T14" fmla="*/ 2147483646 w 210"/>
                <a:gd name="T15" fmla="*/ 2147483646 h 208"/>
                <a:gd name="T16" fmla="*/ 2147483646 w 210"/>
                <a:gd name="T17" fmla="*/ 2147483646 h 208"/>
                <a:gd name="T18" fmla="*/ 2147483646 w 210"/>
                <a:gd name="T19" fmla="*/ 2147483646 h 208"/>
                <a:gd name="T20" fmla="*/ 2147483646 w 210"/>
                <a:gd name="T21" fmla="*/ 2147483646 h 208"/>
                <a:gd name="T22" fmla="*/ 2147483646 w 210"/>
                <a:gd name="T23" fmla="*/ 2147483646 h 208"/>
                <a:gd name="T24" fmla="*/ 2147483646 w 210"/>
                <a:gd name="T25" fmla="*/ 2147483646 h 208"/>
                <a:gd name="T26" fmla="*/ 2147483646 w 210"/>
                <a:gd name="T27" fmla="*/ 2147483646 h 208"/>
                <a:gd name="T28" fmla="*/ 2147483646 w 210"/>
                <a:gd name="T29" fmla="*/ 2147483646 h 208"/>
                <a:gd name="T30" fmla="*/ 2147483646 w 210"/>
                <a:gd name="T31" fmla="*/ 2147483646 h 208"/>
                <a:gd name="T32" fmla="*/ 2147483646 w 210"/>
                <a:gd name="T33" fmla="*/ 2147483646 h 208"/>
                <a:gd name="T34" fmla="*/ 2147483646 w 210"/>
                <a:gd name="T35" fmla="*/ 2147483646 h 208"/>
                <a:gd name="T36" fmla="*/ 2147483646 w 210"/>
                <a:gd name="T37" fmla="*/ 2147483646 h 208"/>
                <a:gd name="T38" fmla="*/ 2147483646 w 210"/>
                <a:gd name="T39" fmla="*/ 2147483646 h 208"/>
                <a:gd name="T40" fmla="*/ 2147483646 w 210"/>
                <a:gd name="T41" fmla="*/ 2147483646 h 208"/>
                <a:gd name="T42" fmla="*/ 2147483646 w 210"/>
                <a:gd name="T43" fmla="*/ 2147483646 h 208"/>
                <a:gd name="T44" fmla="*/ 2147483646 w 210"/>
                <a:gd name="T45" fmla="*/ 2147483646 h 208"/>
                <a:gd name="T46" fmla="*/ 2147483646 w 210"/>
                <a:gd name="T47" fmla="*/ 2147483646 h 208"/>
                <a:gd name="T48" fmla="*/ 2147483646 w 210"/>
                <a:gd name="T49" fmla="*/ 2147483646 h 208"/>
                <a:gd name="T50" fmla="*/ 2147483646 w 210"/>
                <a:gd name="T51" fmla="*/ 2147483646 h 208"/>
                <a:gd name="T52" fmla="*/ 2147483646 w 210"/>
                <a:gd name="T53" fmla="*/ 2147483646 h 208"/>
                <a:gd name="T54" fmla="*/ 2147483646 w 210"/>
                <a:gd name="T55" fmla="*/ 2147483646 h 208"/>
                <a:gd name="T56" fmla="*/ 2147483646 w 210"/>
                <a:gd name="T57" fmla="*/ 2147483646 h 208"/>
                <a:gd name="T58" fmla="*/ 2147483646 w 210"/>
                <a:gd name="T59" fmla="*/ 2147483646 h 208"/>
                <a:gd name="T60" fmla="*/ 2147483646 w 210"/>
                <a:gd name="T61" fmla="*/ 2147483646 h 208"/>
                <a:gd name="T62" fmla="*/ 0 w 210"/>
                <a:gd name="T63" fmla="*/ 2147483646 h 208"/>
                <a:gd name="T64" fmla="*/ 0 w 210"/>
                <a:gd name="T65" fmla="*/ 2147483646 h 208"/>
                <a:gd name="T66" fmla="*/ 0 w 210"/>
                <a:gd name="T67" fmla="*/ 2147483646 h 208"/>
                <a:gd name="T68" fmla="*/ 0 w 210"/>
                <a:gd name="T69" fmla="*/ 2147483646 h 208"/>
                <a:gd name="T70" fmla="*/ 0 w 210"/>
                <a:gd name="T71" fmla="*/ 2147483646 h 208"/>
                <a:gd name="T72" fmla="*/ 0 w 210"/>
                <a:gd name="T73" fmla="*/ 2147483646 h 208"/>
                <a:gd name="T74" fmla="*/ 2147483646 w 210"/>
                <a:gd name="T75" fmla="*/ 2147483646 h 208"/>
                <a:gd name="T76" fmla="*/ 2147483646 w 210"/>
                <a:gd name="T77" fmla="*/ 2147483646 h 208"/>
                <a:gd name="T78" fmla="*/ 2147483646 w 210"/>
                <a:gd name="T79" fmla="*/ 2147483646 h 208"/>
                <a:gd name="T80" fmla="*/ 2147483646 w 210"/>
                <a:gd name="T81" fmla="*/ 2147483646 h 208"/>
                <a:gd name="T82" fmla="*/ 2147483646 w 210"/>
                <a:gd name="T83" fmla="*/ 2147483646 h 208"/>
                <a:gd name="T84" fmla="*/ 2147483646 w 210"/>
                <a:gd name="T85" fmla="*/ 0 h 208"/>
                <a:gd name="T86" fmla="*/ 2147483646 w 210"/>
                <a:gd name="T87" fmla="*/ 0 h 208"/>
                <a:gd name="T88" fmla="*/ 2147483646 w 210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10"/>
                <a:gd name="T136" fmla="*/ 0 h 208"/>
                <a:gd name="T137" fmla="*/ 210 w 210"/>
                <a:gd name="T138" fmla="*/ 208 h 20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10" h="208">
                  <a:moveTo>
                    <a:pt x="114" y="0"/>
                  </a:moveTo>
                  <a:lnTo>
                    <a:pt x="114" y="0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144" y="15"/>
                  </a:lnTo>
                  <a:lnTo>
                    <a:pt x="162" y="15"/>
                  </a:lnTo>
                  <a:lnTo>
                    <a:pt x="177" y="33"/>
                  </a:lnTo>
                  <a:lnTo>
                    <a:pt x="192" y="33"/>
                  </a:lnTo>
                  <a:lnTo>
                    <a:pt x="192" y="48"/>
                  </a:lnTo>
                  <a:lnTo>
                    <a:pt x="192" y="64"/>
                  </a:lnTo>
                  <a:lnTo>
                    <a:pt x="210" y="64"/>
                  </a:lnTo>
                  <a:lnTo>
                    <a:pt x="210" y="81"/>
                  </a:lnTo>
                  <a:lnTo>
                    <a:pt x="210" y="96"/>
                  </a:lnTo>
                  <a:lnTo>
                    <a:pt x="210" y="112"/>
                  </a:lnTo>
                  <a:lnTo>
                    <a:pt x="210" y="127"/>
                  </a:lnTo>
                  <a:lnTo>
                    <a:pt x="210" y="144"/>
                  </a:lnTo>
                  <a:lnTo>
                    <a:pt x="192" y="144"/>
                  </a:lnTo>
                  <a:lnTo>
                    <a:pt x="192" y="160"/>
                  </a:lnTo>
                  <a:lnTo>
                    <a:pt x="192" y="175"/>
                  </a:lnTo>
                  <a:lnTo>
                    <a:pt x="177" y="175"/>
                  </a:lnTo>
                  <a:lnTo>
                    <a:pt x="162" y="192"/>
                  </a:lnTo>
                  <a:lnTo>
                    <a:pt x="144" y="192"/>
                  </a:lnTo>
                  <a:lnTo>
                    <a:pt x="144" y="208"/>
                  </a:lnTo>
                  <a:lnTo>
                    <a:pt x="129" y="208"/>
                  </a:lnTo>
                  <a:lnTo>
                    <a:pt x="114" y="208"/>
                  </a:lnTo>
                  <a:lnTo>
                    <a:pt x="96" y="208"/>
                  </a:lnTo>
                  <a:lnTo>
                    <a:pt x="81" y="208"/>
                  </a:lnTo>
                  <a:lnTo>
                    <a:pt x="66" y="208"/>
                  </a:lnTo>
                  <a:lnTo>
                    <a:pt x="66" y="192"/>
                  </a:lnTo>
                  <a:lnTo>
                    <a:pt x="48" y="192"/>
                  </a:lnTo>
                  <a:lnTo>
                    <a:pt x="33" y="175"/>
                  </a:lnTo>
                  <a:lnTo>
                    <a:pt x="18" y="175"/>
                  </a:lnTo>
                  <a:lnTo>
                    <a:pt x="18" y="160"/>
                  </a:lnTo>
                  <a:lnTo>
                    <a:pt x="18" y="144"/>
                  </a:lnTo>
                  <a:lnTo>
                    <a:pt x="0" y="144"/>
                  </a:lnTo>
                  <a:lnTo>
                    <a:pt x="0" y="127"/>
                  </a:lnTo>
                  <a:lnTo>
                    <a:pt x="0" y="112"/>
                  </a:lnTo>
                  <a:lnTo>
                    <a:pt x="0" y="96"/>
                  </a:lnTo>
                  <a:lnTo>
                    <a:pt x="0" y="81"/>
                  </a:lnTo>
                  <a:lnTo>
                    <a:pt x="0" y="64"/>
                  </a:lnTo>
                  <a:lnTo>
                    <a:pt x="18" y="64"/>
                  </a:lnTo>
                  <a:lnTo>
                    <a:pt x="18" y="48"/>
                  </a:lnTo>
                  <a:lnTo>
                    <a:pt x="18" y="33"/>
                  </a:lnTo>
                  <a:lnTo>
                    <a:pt x="33" y="33"/>
                  </a:lnTo>
                  <a:lnTo>
                    <a:pt x="48" y="15"/>
                  </a:lnTo>
                  <a:lnTo>
                    <a:pt x="66" y="15"/>
                  </a:lnTo>
                  <a:lnTo>
                    <a:pt x="66" y="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1" name="Freeform 136">
              <a:extLst>
                <a:ext uri="{FF2B5EF4-FFF2-40B4-BE49-F238E27FC236}">
                  <a16:creationId xmlns:a16="http://schemas.microsoft.com/office/drawing/2014/main" id="{5B591E72-25BC-9E49-B413-86EBB0A36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9600" y="4715882"/>
              <a:ext cx="123825" cy="123825"/>
            </a:xfrm>
            <a:custGeom>
              <a:avLst/>
              <a:gdLst>
                <a:gd name="T0" fmla="*/ 2147483646 w 192"/>
                <a:gd name="T1" fmla="*/ 0 h 192"/>
                <a:gd name="T2" fmla="*/ 2147483646 w 192"/>
                <a:gd name="T3" fmla="*/ 0 h 192"/>
                <a:gd name="T4" fmla="*/ 2147483646 w 192"/>
                <a:gd name="T5" fmla="*/ 0 h 192"/>
                <a:gd name="T6" fmla="*/ 2147483646 w 192"/>
                <a:gd name="T7" fmla="*/ 2147483646 h 192"/>
                <a:gd name="T8" fmla="*/ 2147483646 w 192"/>
                <a:gd name="T9" fmla="*/ 2147483646 h 192"/>
                <a:gd name="T10" fmla="*/ 2147483646 w 192"/>
                <a:gd name="T11" fmla="*/ 2147483646 h 192"/>
                <a:gd name="T12" fmla="*/ 2147483646 w 192"/>
                <a:gd name="T13" fmla="*/ 2147483646 h 192"/>
                <a:gd name="T14" fmla="*/ 2147483646 w 192"/>
                <a:gd name="T15" fmla="*/ 2147483646 h 192"/>
                <a:gd name="T16" fmla="*/ 2147483646 w 192"/>
                <a:gd name="T17" fmla="*/ 2147483646 h 192"/>
                <a:gd name="T18" fmla="*/ 2147483646 w 192"/>
                <a:gd name="T19" fmla="*/ 2147483646 h 192"/>
                <a:gd name="T20" fmla="*/ 2147483646 w 192"/>
                <a:gd name="T21" fmla="*/ 2147483646 h 192"/>
                <a:gd name="T22" fmla="*/ 2147483646 w 192"/>
                <a:gd name="T23" fmla="*/ 2147483646 h 192"/>
                <a:gd name="T24" fmla="*/ 2147483646 w 192"/>
                <a:gd name="T25" fmla="*/ 2147483646 h 192"/>
                <a:gd name="T26" fmla="*/ 2147483646 w 192"/>
                <a:gd name="T27" fmla="*/ 2147483646 h 192"/>
                <a:gd name="T28" fmla="*/ 2147483646 w 192"/>
                <a:gd name="T29" fmla="*/ 2147483646 h 192"/>
                <a:gd name="T30" fmla="*/ 2147483646 w 192"/>
                <a:gd name="T31" fmla="*/ 2147483646 h 192"/>
                <a:gd name="T32" fmla="*/ 2147483646 w 192"/>
                <a:gd name="T33" fmla="*/ 2147483646 h 192"/>
                <a:gd name="T34" fmla="*/ 2147483646 w 192"/>
                <a:gd name="T35" fmla="*/ 2147483646 h 192"/>
                <a:gd name="T36" fmla="*/ 2147483646 w 192"/>
                <a:gd name="T37" fmla="*/ 2147483646 h 192"/>
                <a:gd name="T38" fmla="*/ 2147483646 w 192"/>
                <a:gd name="T39" fmla="*/ 2147483646 h 192"/>
                <a:gd name="T40" fmla="*/ 2147483646 w 192"/>
                <a:gd name="T41" fmla="*/ 2147483646 h 192"/>
                <a:gd name="T42" fmla="*/ 2147483646 w 192"/>
                <a:gd name="T43" fmla="*/ 2147483646 h 192"/>
                <a:gd name="T44" fmla="*/ 2147483646 w 192"/>
                <a:gd name="T45" fmla="*/ 2147483646 h 192"/>
                <a:gd name="T46" fmla="*/ 2147483646 w 192"/>
                <a:gd name="T47" fmla="*/ 2147483646 h 192"/>
                <a:gd name="T48" fmla="*/ 2147483646 w 192"/>
                <a:gd name="T49" fmla="*/ 2147483646 h 192"/>
                <a:gd name="T50" fmla="*/ 2147483646 w 192"/>
                <a:gd name="T51" fmla="*/ 2147483646 h 192"/>
                <a:gd name="T52" fmla="*/ 2147483646 w 192"/>
                <a:gd name="T53" fmla="*/ 2147483646 h 192"/>
                <a:gd name="T54" fmla="*/ 2147483646 w 192"/>
                <a:gd name="T55" fmla="*/ 2147483646 h 192"/>
                <a:gd name="T56" fmla="*/ 2147483646 w 192"/>
                <a:gd name="T57" fmla="*/ 2147483646 h 192"/>
                <a:gd name="T58" fmla="*/ 2147483646 w 192"/>
                <a:gd name="T59" fmla="*/ 2147483646 h 192"/>
                <a:gd name="T60" fmla="*/ 2147483646 w 192"/>
                <a:gd name="T61" fmla="*/ 2147483646 h 192"/>
                <a:gd name="T62" fmla="*/ 0 w 192"/>
                <a:gd name="T63" fmla="*/ 2147483646 h 192"/>
                <a:gd name="T64" fmla="*/ 0 w 192"/>
                <a:gd name="T65" fmla="*/ 2147483646 h 192"/>
                <a:gd name="T66" fmla="*/ 0 w 192"/>
                <a:gd name="T67" fmla="*/ 2147483646 h 192"/>
                <a:gd name="T68" fmla="*/ 0 w 192"/>
                <a:gd name="T69" fmla="*/ 2147483646 h 192"/>
                <a:gd name="T70" fmla="*/ 0 w 192"/>
                <a:gd name="T71" fmla="*/ 2147483646 h 192"/>
                <a:gd name="T72" fmla="*/ 0 w 192"/>
                <a:gd name="T73" fmla="*/ 2147483646 h 192"/>
                <a:gd name="T74" fmla="*/ 2147483646 w 192"/>
                <a:gd name="T75" fmla="*/ 2147483646 h 192"/>
                <a:gd name="T76" fmla="*/ 2147483646 w 192"/>
                <a:gd name="T77" fmla="*/ 2147483646 h 192"/>
                <a:gd name="T78" fmla="*/ 2147483646 w 192"/>
                <a:gd name="T79" fmla="*/ 2147483646 h 192"/>
                <a:gd name="T80" fmla="*/ 2147483646 w 192"/>
                <a:gd name="T81" fmla="*/ 2147483646 h 192"/>
                <a:gd name="T82" fmla="*/ 2147483646 w 192"/>
                <a:gd name="T83" fmla="*/ 2147483646 h 192"/>
                <a:gd name="T84" fmla="*/ 2147483646 w 192"/>
                <a:gd name="T85" fmla="*/ 0 h 192"/>
                <a:gd name="T86" fmla="*/ 2147483646 w 192"/>
                <a:gd name="T87" fmla="*/ 0 h 192"/>
                <a:gd name="T88" fmla="*/ 2147483646 w 192"/>
                <a:gd name="T89" fmla="*/ 0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2"/>
                <a:gd name="T137" fmla="*/ 192 w 192"/>
                <a:gd name="T138" fmla="*/ 192 h 19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2">
                  <a:moveTo>
                    <a:pt x="96" y="0"/>
                  </a:moveTo>
                  <a:lnTo>
                    <a:pt x="96" y="0"/>
                  </a:lnTo>
                  <a:lnTo>
                    <a:pt x="114" y="0"/>
                  </a:lnTo>
                  <a:lnTo>
                    <a:pt x="129" y="0"/>
                  </a:lnTo>
                  <a:lnTo>
                    <a:pt x="129" y="15"/>
                  </a:lnTo>
                  <a:lnTo>
                    <a:pt x="144" y="15"/>
                  </a:lnTo>
                  <a:lnTo>
                    <a:pt x="162" y="15"/>
                  </a:lnTo>
                  <a:lnTo>
                    <a:pt x="162" y="33"/>
                  </a:lnTo>
                  <a:lnTo>
                    <a:pt x="177" y="33"/>
                  </a:lnTo>
                  <a:lnTo>
                    <a:pt x="177" y="48"/>
                  </a:lnTo>
                  <a:lnTo>
                    <a:pt x="192" y="64"/>
                  </a:lnTo>
                  <a:lnTo>
                    <a:pt x="192" y="81"/>
                  </a:lnTo>
                  <a:lnTo>
                    <a:pt x="192" y="96"/>
                  </a:lnTo>
                  <a:lnTo>
                    <a:pt x="192" y="112"/>
                  </a:lnTo>
                  <a:lnTo>
                    <a:pt x="192" y="127"/>
                  </a:lnTo>
                  <a:lnTo>
                    <a:pt x="177" y="144"/>
                  </a:lnTo>
                  <a:lnTo>
                    <a:pt x="177" y="160"/>
                  </a:lnTo>
                  <a:lnTo>
                    <a:pt x="162" y="160"/>
                  </a:lnTo>
                  <a:lnTo>
                    <a:pt x="162" y="175"/>
                  </a:lnTo>
                  <a:lnTo>
                    <a:pt x="144" y="175"/>
                  </a:lnTo>
                  <a:lnTo>
                    <a:pt x="129" y="175"/>
                  </a:lnTo>
                  <a:lnTo>
                    <a:pt x="129" y="192"/>
                  </a:lnTo>
                  <a:lnTo>
                    <a:pt x="114" y="192"/>
                  </a:lnTo>
                  <a:lnTo>
                    <a:pt x="96" y="192"/>
                  </a:lnTo>
                  <a:lnTo>
                    <a:pt x="81" y="192"/>
                  </a:lnTo>
                  <a:lnTo>
                    <a:pt x="66" y="192"/>
                  </a:lnTo>
                  <a:lnTo>
                    <a:pt x="66" y="175"/>
                  </a:lnTo>
                  <a:lnTo>
                    <a:pt x="48" y="175"/>
                  </a:lnTo>
                  <a:lnTo>
                    <a:pt x="33" y="175"/>
                  </a:lnTo>
                  <a:lnTo>
                    <a:pt x="33" y="160"/>
                  </a:lnTo>
                  <a:lnTo>
                    <a:pt x="18" y="160"/>
                  </a:lnTo>
                  <a:lnTo>
                    <a:pt x="18" y="144"/>
                  </a:lnTo>
                  <a:lnTo>
                    <a:pt x="0" y="127"/>
                  </a:lnTo>
                  <a:lnTo>
                    <a:pt x="0" y="112"/>
                  </a:lnTo>
                  <a:lnTo>
                    <a:pt x="0" y="96"/>
                  </a:lnTo>
                  <a:lnTo>
                    <a:pt x="0" y="81"/>
                  </a:lnTo>
                  <a:lnTo>
                    <a:pt x="0" y="64"/>
                  </a:lnTo>
                  <a:lnTo>
                    <a:pt x="18" y="48"/>
                  </a:lnTo>
                  <a:lnTo>
                    <a:pt x="18" y="33"/>
                  </a:lnTo>
                  <a:lnTo>
                    <a:pt x="33" y="33"/>
                  </a:lnTo>
                  <a:lnTo>
                    <a:pt x="33" y="15"/>
                  </a:lnTo>
                  <a:lnTo>
                    <a:pt x="48" y="15"/>
                  </a:lnTo>
                  <a:lnTo>
                    <a:pt x="66" y="15"/>
                  </a:lnTo>
                  <a:lnTo>
                    <a:pt x="66" y="0"/>
                  </a:lnTo>
                  <a:lnTo>
                    <a:pt x="81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2" name="Freeform 137">
              <a:extLst>
                <a:ext uri="{FF2B5EF4-FFF2-40B4-BE49-F238E27FC236}">
                  <a16:creationId xmlns:a16="http://schemas.microsoft.com/office/drawing/2014/main" id="{FFAB1059-2EBC-B442-908D-036E90EA0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5812" y="4465057"/>
              <a:ext cx="134938" cy="134938"/>
            </a:xfrm>
            <a:custGeom>
              <a:avLst/>
              <a:gdLst>
                <a:gd name="T0" fmla="*/ 2147483646 w 207"/>
                <a:gd name="T1" fmla="*/ 0 h 207"/>
                <a:gd name="T2" fmla="*/ 2147483646 w 207"/>
                <a:gd name="T3" fmla="*/ 0 h 207"/>
                <a:gd name="T4" fmla="*/ 2147483646 w 207"/>
                <a:gd name="T5" fmla="*/ 0 h 207"/>
                <a:gd name="T6" fmla="*/ 2147483646 w 207"/>
                <a:gd name="T7" fmla="*/ 2147483646 h 207"/>
                <a:gd name="T8" fmla="*/ 2147483646 w 207"/>
                <a:gd name="T9" fmla="*/ 2147483646 h 207"/>
                <a:gd name="T10" fmla="*/ 2147483646 w 207"/>
                <a:gd name="T11" fmla="*/ 2147483646 h 207"/>
                <a:gd name="T12" fmla="*/ 2147483646 w 207"/>
                <a:gd name="T13" fmla="*/ 2147483646 h 207"/>
                <a:gd name="T14" fmla="*/ 2147483646 w 207"/>
                <a:gd name="T15" fmla="*/ 2147483646 h 207"/>
                <a:gd name="T16" fmla="*/ 2147483646 w 207"/>
                <a:gd name="T17" fmla="*/ 2147483646 h 207"/>
                <a:gd name="T18" fmla="*/ 2147483646 w 207"/>
                <a:gd name="T19" fmla="*/ 2147483646 h 207"/>
                <a:gd name="T20" fmla="*/ 2147483646 w 207"/>
                <a:gd name="T21" fmla="*/ 2147483646 h 207"/>
                <a:gd name="T22" fmla="*/ 2147483646 w 207"/>
                <a:gd name="T23" fmla="*/ 2147483646 h 207"/>
                <a:gd name="T24" fmla="*/ 2147483646 w 207"/>
                <a:gd name="T25" fmla="*/ 2147483646 h 207"/>
                <a:gd name="T26" fmla="*/ 2147483646 w 207"/>
                <a:gd name="T27" fmla="*/ 2147483646 h 207"/>
                <a:gd name="T28" fmla="*/ 2147483646 w 207"/>
                <a:gd name="T29" fmla="*/ 2147483646 h 207"/>
                <a:gd name="T30" fmla="*/ 2147483646 w 207"/>
                <a:gd name="T31" fmla="*/ 2147483646 h 207"/>
                <a:gd name="T32" fmla="*/ 2147483646 w 207"/>
                <a:gd name="T33" fmla="*/ 2147483646 h 207"/>
                <a:gd name="T34" fmla="*/ 2147483646 w 207"/>
                <a:gd name="T35" fmla="*/ 2147483646 h 207"/>
                <a:gd name="T36" fmla="*/ 2147483646 w 207"/>
                <a:gd name="T37" fmla="*/ 2147483646 h 207"/>
                <a:gd name="T38" fmla="*/ 2147483646 w 207"/>
                <a:gd name="T39" fmla="*/ 2147483646 h 207"/>
                <a:gd name="T40" fmla="*/ 2147483646 w 207"/>
                <a:gd name="T41" fmla="*/ 2147483646 h 207"/>
                <a:gd name="T42" fmla="*/ 2147483646 w 207"/>
                <a:gd name="T43" fmla="*/ 2147483646 h 207"/>
                <a:gd name="T44" fmla="*/ 2147483646 w 207"/>
                <a:gd name="T45" fmla="*/ 2147483646 h 207"/>
                <a:gd name="T46" fmla="*/ 2147483646 w 207"/>
                <a:gd name="T47" fmla="*/ 2147483646 h 207"/>
                <a:gd name="T48" fmla="*/ 2147483646 w 207"/>
                <a:gd name="T49" fmla="*/ 2147483646 h 207"/>
                <a:gd name="T50" fmla="*/ 2147483646 w 207"/>
                <a:gd name="T51" fmla="*/ 2147483646 h 207"/>
                <a:gd name="T52" fmla="*/ 2147483646 w 207"/>
                <a:gd name="T53" fmla="*/ 2147483646 h 207"/>
                <a:gd name="T54" fmla="*/ 2147483646 w 207"/>
                <a:gd name="T55" fmla="*/ 2147483646 h 207"/>
                <a:gd name="T56" fmla="*/ 2147483646 w 207"/>
                <a:gd name="T57" fmla="*/ 2147483646 h 207"/>
                <a:gd name="T58" fmla="*/ 2147483646 w 207"/>
                <a:gd name="T59" fmla="*/ 2147483646 h 207"/>
                <a:gd name="T60" fmla="*/ 2147483646 w 207"/>
                <a:gd name="T61" fmla="*/ 2147483646 h 207"/>
                <a:gd name="T62" fmla="*/ 0 w 207"/>
                <a:gd name="T63" fmla="*/ 2147483646 h 207"/>
                <a:gd name="T64" fmla="*/ 0 w 207"/>
                <a:gd name="T65" fmla="*/ 2147483646 h 207"/>
                <a:gd name="T66" fmla="*/ 0 w 207"/>
                <a:gd name="T67" fmla="*/ 2147483646 h 207"/>
                <a:gd name="T68" fmla="*/ 0 w 207"/>
                <a:gd name="T69" fmla="*/ 2147483646 h 207"/>
                <a:gd name="T70" fmla="*/ 0 w 207"/>
                <a:gd name="T71" fmla="*/ 2147483646 h 207"/>
                <a:gd name="T72" fmla="*/ 0 w 207"/>
                <a:gd name="T73" fmla="*/ 2147483646 h 207"/>
                <a:gd name="T74" fmla="*/ 2147483646 w 207"/>
                <a:gd name="T75" fmla="*/ 2147483646 h 207"/>
                <a:gd name="T76" fmla="*/ 2147483646 w 207"/>
                <a:gd name="T77" fmla="*/ 2147483646 h 207"/>
                <a:gd name="T78" fmla="*/ 2147483646 w 207"/>
                <a:gd name="T79" fmla="*/ 2147483646 h 207"/>
                <a:gd name="T80" fmla="*/ 2147483646 w 207"/>
                <a:gd name="T81" fmla="*/ 2147483646 h 207"/>
                <a:gd name="T82" fmla="*/ 2147483646 w 207"/>
                <a:gd name="T83" fmla="*/ 2147483646 h 207"/>
                <a:gd name="T84" fmla="*/ 2147483646 w 207"/>
                <a:gd name="T85" fmla="*/ 0 h 207"/>
                <a:gd name="T86" fmla="*/ 2147483646 w 207"/>
                <a:gd name="T87" fmla="*/ 0 h 207"/>
                <a:gd name="T88" fmla="*/ 2147483646 w 207"/>
                <a:gd name="T89" fmla="*/ 0 h 2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7"/>
                <a:gd name="T136" fmla="*/ 0 h 207"/>
                <a:gd name="T137" fmla="*/ 207 w 207"/>
                <a:gd name="T138" fmla="*/ 207 h 20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7" h="207">
                  <a:moveTo>
                    <a:pt x="111" y="0"/>
                  </a:moveTo>
                  <a:lnTo>
                    <a:pt x="111" y="0"/>
                  </a:lnTo>
                  <a:lnTo>
                    <a:pt x="128" y="0"/>
                  </a:lnTo>
                  <a:lnTo>
                    <a:pt x="144" y="0"/>
                  </a:lnTo>
                  <a:lnTo>
                    <a:pt x="144" y="17"/>
                  </a:lnTo>
                  <a:lnTo>
                    <a:pt x="159" y="17"/>
                  </a:lnTo>
                  <a:lnTo>
                    <a:pt x="176" y="32"/>
                  </a:lnTo>
                  <a:lnTo>
                    <a:pt x="192" y="32"/>
                  </a:lnTo>
                  <a:lnTo>
                    <a:pt x="192" y="48"/>
                  </a:lnTo>
                  <a:lnTo>
                    <a:pt x="192" y="65"/>
                  </a:lnTo>
                  <a:lnTo>
                    <a:pt x="207" y="65"/>
                  </a:lnTo>
                  <a:lnTo>
                    <a:pt x="207" y="80"/>
                  </a:lnTo>
                  <a:lnTo>
                    <a:pt x="207" y="96"/>
                  </a:lnTo>
                  <a:lnTo>
                    <a:pt x="207" y="113"/>
                  </a:lnTo>
                  <a:lnTo>
                    <a:pt x="207" y="128"/>
                  </a:lnTo>
                  <a:lnTo>
                    <a:pt x="207" y="144"/>
                  </a:lnTo>
                  <a:lnTo>
                    <a:pt x="192" y="144"/>
                  </a:lnTo>
                  <a:lnTo>
                    <a:pt x="192" y="159"/>
                  </a:lnTo>
                  <a:lnTo>
                    <a:pt x="192" y="176"/>
                  </a:lnTo>
                  <a:lnTo>
                    <a:pt x="176" y="176"/>
                  </a:lnTo>
                  <a:lnTo>
                    <a:pt x="159" y="192"/>
                  </a:lnTo>
                  <a:lnTo>
                    <a:pt x="144" y="192"/>
                  </a:lnTo>
                  <a:lnTo>
                    <a:pt x="144" y="207"/>
                  </a:lnTo>
                  <a:lnTo>
                    <a:pt x="128" y="207"/>
                  </a:lnTo>
                  <a:lnTo>
                    <a:pt x="111" y="207"/>
                  </a:lnTo>
                  <a:lnTo>
                    <a:pt x="96" y="207"/>
                  </a:lnTo>
                  <a:lnTo>
                    <a:pt x="81" y="207"/>
                  </a:lnTo>
                  <a:lnTo>
                    <a:pt x="63" y="207"/>
                  </a:lnTo>
                  <a:lnTo>
                    <a:pt x="63" y="192"/>
                  </a:lnTo>
                  <a:lnTo>
                    <a:pt x="48" y="192"/>
                  </a:lnTo>
                  <a:lnTo>
                    <a:pt x="33" y="176"/>
                  </a:lnTo>
                  <a:lnTo>
                    <a:pt x="15" y="176"/>
                  </a:lnTo>
                  <a:lnTo>
                    <a:pt x="15" y="159"/>
                  </a:lnTo>
                  <a:lnTo>
                    <a:pt x="15" y="144"/>
                  </a:lnTo>
                  <a:lnTo>
                    <a:pt x="0" y="144"/>
                  </a:lnTo>
                  <a:lnTo>
                    <a:pt x="0" y="128"/>
                  </a:lnTo>
                  <a:lnTo>
                    <a:pt x="0" y="113"/>
                  </a:lnTo>
                  <a:lnTo>
                    <a:pt x="0" y="96"/>
                  </a:lnTo>
                  <a:lnTo>
                    <a:pt x="0" y="80"/>
                  </a:lnTo>
                  <a:lnTo>
                    <a:pt x="0" y="65"/>
                  </a:lnTo>
                  <a:lnTo>
                    <a:pt x="15" y="65"/>
                  </a:lnTo>
                  <a:lnTo>
                    <a:pt x="15" y="48"/>
                  </a:lnTo>
                  <a:lnTo>
                    <a:pt x="15" y="32"/>
                  </a:lnTo>
                  <a:lnTo>
                    <a:pt x="33" y="32"/>
                  </a:lnTo>
                  <a:lnTo>
                    <a:pt x="48" y="17"/>
                  </a:lnTo>
                  <a:lnTo>
                    <a:pt x="63" y="17"/>
                  </a:lnTo>
                  <a:lnTo>
                    <a:pt x="63" y="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3" name="Freeform 138">
              <a:extLst>
                <a:ext uri="{FF2B5EF4-FFF2-40B4-BE49-F238E27FC236}">
                  <a16:creationId xmlns:a16="http://schemas.microsoft.com/office/drawing/2014/main" id="{4A156332-DF67-2640-882E-2962AC429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5812" y="4465057"/>
              <a:ext cx="123825" cy="125413"/>
            </a:xfrm>
            <a:custGeom>
              <a:avLst/>
              <a:gdLst>
                <a:gd name="T0" fmla="*/ 2147483646 w 192"/>
                <a:gd name="T1" fmla="*/ 0 h 192"/>
                <a:gd name="T2" fmla="*/ 2147483646 w 192"/>
                <a:gd name="T3" fmla="*/ 0 h 192"/>
                <a:gd name="T4" fmla="*/ 2147483646 w 192"/>
                <a:gd name="T5" fmla="*/ 0 h 192"/>
                <a:gd name="T6" fmla="*/ 2147483646 w 192"/>
                <a:gd name="T7" fmla="*/ 2147483646 h 192"/>
                <a:gd name="T8" fmla="*/ 2147483646 w 192"/>
                <a:gd name="T9" fmla="*/ 2147483646 h 192"/>
                <a:gd name="T10" fmla="*/ 2147483646 w 192"/>
                <a:gd name="T11" fmla="*/ 2147483646 h 192"/>
                <a:gd name="T12" fmla="*/ 2147483646 w 192"/>
                <a:gd name="T13" fmla="*/ 2147483646 h 192"/>
                <a:gd name="T14" fmla="*/ 2147483646 w 192"/>
                <a:gd name="T15" fmla="*/ 2147483646 h 192"/>
                <a:gd name="T16" fmla="*/ 2147483646 w 192"/>
                <a:gd name="T17" fmla="*/ 2147483646 h 192"/>
                <a:gd name="T18" fmla="*/ 2147483646 w 192"/>
                <a:gd name="T19" fmla="*/ 2147483646 h 192"/>
                <a:gd name="T20" fmla="*/ 2147483646 w 192"/>
                <a:gd name="T21" fmla="*/ 2147483646 h 192"/>
                <a:gd name="T22" fmla="*/ 2147483646 w 192"/>
                <a:gd name="T23" fmla="*/ 2147483646 h 192"/>
                <a:gd name="T24" fmla="*/ 2147483646 w 192"/>
                <a:gd name="T25" fmla="*/ 2147483646 h 192"/>
                <a:gd name="T26" fmla="*/ 2147483646 w 192"/>
                <a:gd name="T27" fmla="*/ 2147483646 h 192"/>
                <a:gd name="T28" fmla="*/ 2147483646 w 192"/>
                <a:gd name="T29" fmla="*/ 2147483646 h 192"/>
                <a:gd name="T30" fmla="*/ 2147483646 w 192"/>
                <a:gd name="T31" fmla="*/ 2147483646 h 192"/>
                <a:gd name="T32" fmla="*/ 2147483646 w 192"/>
                <a:gd name="T33" fmla="*/ 2147483646 h 192"/>
                <a:gd name="T34" fmla="*/ 2147483646 w 192"/>
                <a:gd name="T35" fmla="*/ 2147483646 h 192"/>
                <a:gd name="T36" fmla="*/ 2147483646 w 192"/>
                <a:gd name="T37" fmla="*/ 2147483646 h 192"/>
                <a:gd name="T38" fmla="*/ 2147483646 w 192"/>
                <a:gd name="T39" fmla="*/ 2147483646 h 192"/>
                <a:gd name="T40" fmla="*/ 2147483646 w 192"/>
                <a:gd name="T41" fmla="*/ 2147483646 h 192"/>
                <a:gd name="T42" fmla="*/ 2147483646 w 192"/>
                <a:gd name="T43" fmla="*/ 2147483646 h 192"/>
                <a:gd name="T44" fmla="*/ 2147483646 w 192"/>
                <a:gd name="T45" fmla="*/ 2147483646 h 192"/>
                <a:gd name="T46" fmla="*/ 2147483646 w 192"/>
                <a:gd name="T47" fmla="*/ 2147483646 h 192"/>
                <a:gd name="T48" fmla="*/ 2147483646 w 192"/>
                <a:gd name="T49" fmla="*/ 2147483646 h 192"/>
                <a:gd name="T50" fmla="*/ 2147483646 w 192"/>
                <a:gd name="T51" fmla="*/ 2147483646 h 192"/>
                <a:gd name="T52" fmla="*/ 2147483646 w 192"/>
                <a:gd name="T53" fmla="*/ 2147483646 h 192"/>
                <a:gd name="T54" fmla="*/ 2147483646 w 192"/>
                <a:gd name="T55" fmla="*/ 2147483646 h 192"/>
                <a:gd name="T56" fmla="*/ 2147483646 w 192"/>
                <a:gd name="T57" fmla="*/ 2147483646 h 192"/>
                <a:gd name="T58" fmla="*/ 2147483646 w 192"/>
                <a:gd name="T59" fmla="*/ 2147483646 h 192"/>
                <a:gd name="T60" fmla="*/ 2147483646 w 192"/>
                <a:gd name="T61" fmla="*/ 2147483646 h 192"/>
                <a:gd name="T62" fmla="*/ 0 w 192"/>
                <a:gd name="T63" fmla="*/ 2147483646 h 192"/>
                <a:gd name="T64" fmla="*/ 0 w 192"/>
                <a:gd name="T65" fmla="*/ 2147483646 h 192"/>
                <a:gd name="T66" fmla="*/ 0 w 192"/>
                <a:gd name="T67" fmla="*/ 2147483646 h 192"/>
                <a:gd name="T68" fmla="*/ 0 w 192"/>
                <a:gd name="T69" fmla="*/ 2147483646 h 192"/>
                <a:gd name="T70" fmla="*/ 0 w 192"/>
                <a:gd name="T71" fmla="*/ 2147483646 h 192"/>
                <a:gd name="T72" fmla="*/ 0 w 192"/>
                <a:gd name="T73" fmla="*/ 2147483646 h 192"/>
                <a:gd name="T74" fmla="*/ 2147483646 w 192"/>
                <a:gd name="T75" fmla="*/ 2147483646 h 192"/>
                <a:gd name="T76" fmla="*/ 2147483646 w 192"/>
                <a:gd name="T77" fmla="*/ 2147483646 h 192"/>
                <a:gd name="T78" fmla="*/ 2147483646 w 192"/>
                <a:gd name="T79" fmla="*/ 2147483646 h 192"/>
                <a:gd name="T80" fmla="*/ 2147483646 w 192"/>
                <a:gd name="T81" fmla="*/ 2147483646 h 192"/>
                <a:gd name="T82" fmla="*/ 2147483646 w 192"/>
                <a:gd name="T83" fmla="*/ 2147483646 h 192"/>
                <a:gd name="T84" fmla="*/ 2147483646 w 192"/>
                <a:gd name="T85" fmla="*/ 0 h 192"/>
                <a:gd name="T86" fmla="*/ 2147483646 w 192"/>
                <a:gd name="T87" fmla="*/ 0 h 192"/>
                <a:gd name="T88" fmla="*/ 2147483646 w 192"/>
                <a:gd name="T89" fmla="*/ 0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2"/>
                <a:gd name="T137" fmla="*/ 192 w 192"/>
                <a:gd name="T138" fmla="*/ 192 h 19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2">
                  <a:moveTo>
                    <a:pt x="96" y="0"/>
                  </a:moveTo>
                  <a:lnTo>
                    <a:pt x="96" y="0"/>
                  </a:lnTo>
                  <a:lnTo>
                    <a:pt x="111" y="0"/>
                  </a:lnTo>
                  <a:lnTo>
                    <a:pt x="128" y="0"/>
                  </a:lnTo>
                  <a:lnTo>
                    <a:pt x="128" y="17"/>
                  </a:lnTo>
                  <a:lnTo>
                    <a:pt x="144" y="17"/>
                  </a:lnTo>
                  <a:lnTo>
                    <a:pt x="159" y="17"/>
                  </a:lnTo>
                  <a:lnTo>
                    <a:pt x="159" y="32"/>
                  </a:lnTo>
                  <a:lnTo>
                    <a:pt x="176" y="32"/>
                  </a:lnTo>
                  <a:lnTo>
                    <a:pt x="176" y="48"/>
                  </a:lnTo>
                  <a:lnTo>
                    <a:pt x="192" y="65"/>
                  </a:lnTo>
                  <a:lnTo>
                    <a:pt x="192" y="80"/>
                  </a:lnTo>
                  <a:lnTo>
                    <a:pt x="192" y="96"/>
                  </a:lnTo>
                  <a:lnTo>
                    <a:pt x="192" y="113"/>
                  </a:lnTo>
                  <a:lnTo>
                    <a:pt x="192" y="128"/>
                  </a:lnTo>
                  <a:lnTo>
                    <a:pt x="176" y="144"/>
                  </a:lnTo>
                  <a:lnTo>
                    <a:pt x="176" y="159"/>
                  </a:lnTo>
                  <a:lnTo>
                    <a:pt x="159" y="159"/>
                  </a:lnTo>
                  <a:lnTo>
                    <a:pt x="159" y="176"/>
                  </a:lnTo>
                  <a:lnTo>
                    <a:pt x="144" y="176"/>
                  </a:lnTo>
                  <a:lnTo>
                    <a:pt x="128" y="176"/>
                  </a:lnTo>
                  <a:lnTo>
                    <a:pt x="128" y="192"/>
                  </a:lnTo>
                  <a:lnTo>
                    <a:pt x="111" y="192"/>
                  </a:lnTo>
                  <a:lnTo>
                    <a:pt x="96" y="192"/>
                  </a:lnTo>
                  <a:lnTo>
                    <a:pt x="81" y="192"/>
                  </a:lnTo>
                  <a:lnTo>
                    <a:pt x="63" y="192"/>
                  </a:lnTo>
                  <a:lnTo>
                    <a:pt x="63" y="176"/>
                  </a:lnTo>
                  <a:lnTo>
                    <a:pt x="48" y="176"/>
                  </a:lnTo>
                  <a:lnTo>
                    <a:pt x="33" y="176"/>
                  </a:lnTo>
                  <a:lnTo>
                    <a:pt x="33" y="159"/>
                  </a:lnTo>
                  <a:lnTo>
                    <a:pt x="15" y="159"/>
                  </a:lnTo>
                  <a:lnTo>
                    <a:pt x="15" y="144"/>
                  </a:lnTo>
                  <a:lnTo>
                    <a:pt x="0" y="128"/>
                  </a:lnTo>
                  <a:lnTo>
                    <a:pt x="0" y="113"/>
                  </a:lnTo>
                  <a:lnTo>
                    <a:pt x="0" y="96"/>
                  </a:lnTo>
                  <a:lnTo>
                    <a:pt x="0" y="80"/>
                  </a:lnTo>
                  <a:lnTo>
                    <a:pt x="0" y="65"/>
                  </a:lnTo>
                  <a:lnTo>
                    <a:pt x="15" y="48"/>
                  </a:lnTo>
                  <a:lnTo>
                    <a:pt x="15" y="32"/>
                  </a:lnTo>
                  <a:lnTo>
                    <a:pt x="33" y="32"/>
                  </a:lnTo>
                  <a:lnTo>
                    <a:pt x="33" y="17"/>
                  </a:lnTo>
                  <a:lnTo>
                    <a:pt x="48" y="17"/>
                  </a:lnTo>
                  <a:lnTo>
                    <a:pt x="63" y="17"/>
                  </a:lnTo>
                  <a:lnTo>
                    <a:pt x="63" y="0"/>
                  </a:lnTo>
                  <a:lnTo>
                    <a:pt x="81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4" name="Freeform 139">
              <a:extLst>
                <a:ext uri="{FF2B5EF4-FFF2-40B4-BE49-F238E27FC236}">
                  <a16:creationId xmlns:a16="http://schemas.microsoft.com/office/drawing/2014/main" id="{1312A55E-AA1F-4645-9575-08E1D0F82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1550" y="4236457"/>
              <a:ext cx="134937" cy="134938"/>
            </a:xfrm>
            <a:custGeom>
              <a:avLst/>
              <a:gdLst>
                <a:gd name="T0" fmla="*/ 2147483646 w 207"/>
                <a:gd name="T1" fmla="*/ 0 h 207"/>
                <a:gd name="T2" fmla="*/ 2147483646 w 207"/>
                <a:gd name="T3" fmla="*/ 0 h 207"/>
                <a:gd name="T4" fmla="*/ 2147483646 w 207"/>
                <a:gd name="T5" fmla="*/ 0 h 207"/>
                <a:gd name="T6" fmla="*/ 2147483646 w 207"/>
                <a:gd name="T7" fmla="*/ 2147483646 h 207"/>
                <a:gd name="T8" fmla="*/ 2147483646 w 207"/>
                <a:gd name="T9" fmla="*/ 2147483646 h 207"/>
                <a:gd name="T10" fmla="*/ 2147483646 w 207"/>
                <a:gd name="T11" fmla="*/ 2147483646 h 207"/>
                <a:gd name="T12" fmla="*/ 2147483646 w 207"/>
                <a:gd name="T13" fmla="*/ 2147483646 h 207"/>
                <a:gd name="T14" fmla="*/ 2147483646 w 207"/>
                <a:gd name="T15" fmla="*/ 2147483646 h 207"/>
                <a:gd name="T16" fmla="*/ 2147483646 w 207"/>
                <a:gd name="T17" fmla="*/ 2147483646 h 207"/>
                <a:gd name="T18" fmla="*/ 2147483646 w 207"/>
                <a:gd name="T19" fmla="*/ 2147483646 h 207"/>
                <a:gd name="T20" fmla="*/ 2147483646 w 207"/>
                <a:gd name="T21" fmla="*/ 2147483646 h 207"/>
                <a:gd name="T22" fmla="*/ 2147483646 w 207"/>
                <a:gd name="T23" fmla="*/ 2147483646 h 207"/>
                <a:gd name="T24" fmla="*/ 2147483646 w 207"/>
                <a:gd name="T25" fmla="*/ 2147483646 h 207"/>
                <a:gd name="T26" fmla="*/ 2147483646 w 207"/>
                <a:gd name="T27" fmla="*/ 2147483646 h 207"/>
                <a:gd name="T28" fmla="*/ 2147483646 w 207"/>
                <a:gd name="T29" fmla="*/ 2147483646 h 207"/>
                <a:gd name="T30" fmla="*/ 2147483646 w 207"/>
                <a:gd name="T31" fmla="*/ 2147483646 h 207"/>
                <a:gd name="T32" fmla="*/ 2147483646 w 207"/>
                <a:gd name="T33" fmla="*/ 2147483646 h 207"/>
                <a:gd name="T34" fmla="*/ 2147483646 w 207"/>
                <a:gd name="T35" fmla="*/ 2147483646 h 207"/>
                <a:gd name="T36" fmla="*/ 2147483646 w 207"/>
                <a:gd name="T37" fmla="*/ 2147483646 h 207"/>
                <a:gd name="T38" fmla="*/ 2147483646 w 207"/>
                <a:gd name="T39" fmla="*/ 2147483646 h 207"/>
                <a:gd name="T40" fmla="*/ 2147483646 w 207"/>
                <a:gd name="T41" fmla="*/ 2147483646 h 207"/>
                <a:gd name="T42" fmla="*/ 2147483646 w 207"/>
                <a:gd name="T43" fmla="*/ 2147483646 h 207"/>
                <a:gd name="T44" fmla="*/ 2147483646 w 207"/>
                <a:gd name="T45" fmla="*/ 2147483646 h 207"/>
                <a:gd name="T46" fmla="*/ 2147483646 w 207"/>
                <a:gd name="T47" fmla="*/ 2147483646 h 207"/>
                <a:gd name="T48" fmla="*/ 2147483646 w 207"/>
                <a:gd name="T49" fmla="*/ 2147483646 h 207"/>
                <a:gd name="T50" fmla="*/ 2147483646 w 207"/>
                <a:gd name="T51" fmla="*/ 2147483646 h 207"/>
                <a:gd name="T52" fmla="*/ 2147483646 w 207"/>
                <a:gd name="T53" fmla="*/ 2147483646 h 207"/>
                <a:gd name="T54" fmla="*/ 2147483646 w 207"/>
                <a:gd name="T55" fmla="*/ 2147483646 h 207"/>
                <a:gd name="T56" fmla="*/ 2147483646 w 207"/>
                <a:gd name="T57" fmla="*/ 2147483646 h 207"/>
                <a:gd name="T58" fmla="*/ 2147483646 w 207"/>
                <a:gd name="T59" fmla="*/ 2147483646 h 207"/>
                <a:gd name="T60" fmla="*/ 2147483646 w 207"/>
                <a:gd name="T61" fmla="*/ 2147483646 h 207"/>
                <a:gd name="T62" fmla="*/ 0 w 207"/>
                <a:gd name="T63" fmla="*/ 2147483646 h 207"/>
                <a:gd name="T64" fmla="*/ 0 w 207"/>
                <a:gd name="T65" fmla="*/ 2147483646 h 207"/>
                <a:gd name="T66" fmla="*/ 0 w 207"/>
                <a:gd name="T67" fmla="*/ 2147483646 h 207"/>
                <a:gd name="T68" fmla="*/ 0 w 207"/>
                <a:gd name="T69" fmla="*/ 2147483646 h 207"/>
                <a:gd name="T70" fmla="*/ 0 w 207"/>
                <a:gd name="T71" fmla="*/ 2147483646 h 207"/>
                <a:gd name="T72" fmla="*/ 0 w 207"/>
                <a:gd name="T73" fmla="*/ 2147483646 h 207"/>
                <a:gd name="T74" fmla="*/ 2147483646 w 207"/>
                <a:gd name="T75" fmla="*/ 2147483646 h 207"/>
                <a:gd name="T76" fmla="*/ 2147483646 w 207"/>
                <a:gd name="T77" fmla="*/ 2147483646 h 207"/>
                <a:gd name="T78" fmla="*/ 2147483646 w 207"/>
                <a:gd name="T79" fmla="*/ 2147483646 h 207"/>
                <a:gd name="T80" fmla="*/ 2147483646 w 207"/>
                <a:gd name="T81" fmla="*/ 2147483646 h 207"/>
                <a:gd name="T82" fmla="*/ 2147483646 w 207"/>
                <a:gd name="T83" fmla="*/ 2147483646 h 207"/>
                <a:gd name="T84" fmla="*/ 2147483646 w 207"/>
                <a:gd name="T85" fmla="*/ 0 h 207"/>
                <a:gd name="T86" fmla="*/ 2147483646 w 207"/>
                <a:gd name="T87" fmla="*/ 0 h 207"/>
                <a:gd name="T88" fmla="*/ 2147483646 w 207"/>
                <a:gd name="T89" fmla="*/ 0 h 2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7"/>
                <a:gd name="T136" fmla="*/ 0 h 207"/>
                <a:gd name="T137" fmla="*/ 207 w 207"/>
                <a:gd name="T138" fmla="*/ 207 h 20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7" h="207">
                  <a:moveTo>
                    <a:pt x="111" y="0"/>
                  </a:moveTo>
                  <a:lnTo>
                    <a:pt x="111" y="0"/>
                  </a:lnTo>
                  <a:lnTo>
                    <a:pt x="128" y="0"/>
                  </a:lnTo>
                  <a:lnTo>
                    <a:pt x="144" y="0"/>
                  </a:lnTo>
                  <a:lnTo>
                    <a:pt x="144" y="17"/>
                  </a:lnTo>
                  <a:lnTo>
                    <a:pt x="159" y="17"/>
                  </a:lnTo>
                  <a:lnTo>
                    <a:pt x="176" y="32"/>
                  </a:lnTo>
                  <a:lnTo>
                    <a:pt x="192" y="32"/>
                  </a:lnTo>
                  <a:lnTo>
                    <a:pt x="192" y="48"/>
                  </a:lnTo>
                  <a:lnTo>
                    <a:pt x="192" y="65"/>
                  </a:lnTo>
                  <a:lnTo>
                    <a:pt x="207" y="65"/>
                  </a:lnTo>
                  <a:lnTo>
                    <a:pt x="207" y="80"/>
                  </a:lnTo>
                  <a:lnTo>
                    <a:pt x="207" y="96"/>
                  </a:lnTo>
                  <a:lnTo>
                    <a:pt x="207" y="111"/>
                  </a:lnTo>
                  <a:lnTo>
                    <a:pt x="207" y="129"/>
                  </a:lnTo>
                  <a:lnTo>
                    <a:pt x="207" y="144"/>
                  </a:lnTo>
                  <a:lnTo>
                    <a:pt x="192" y="144"/>
                  </a:lnTo>
                  <a:lnTo>
                    <a:pt x="192" y="159"/>
                  </a:lnTo>
                  <a:lnTo>
                    <a:pt x="192" y="177"/>
                  </a:lnTo>
                  <a:lnTo>
                    <a:pt x="176" y="177"/>
                  </a:lnTo>
                  <a:lnTo>
                    <a:pt x="159" y="192"/>
                  </a:lnTo>
                  <a:lnTo>
                    <a:pt x="144" y="192"/>
                  </a:lnTo>
                  <a:lnTo>
                    <a:pt x="144" y="207"/>
                  </a:lnTo>
                  <a:lnTo>
                    <a:pt x="128" y="207"/>
                  </a:lnTo>
                  <a:lnTo>
                    <a:pt x="111" y="207"/>
                  </a:lnTo>
                  <a:lnTo>
                    <a:pt x="96" y="207"/>
                  </a:lnTo>
                  <a:lnTo>
                    <a:pt x="80" y="207"/>
                  </a:lnTo>
                  <a:lnTo>
                    <a:pt x="63" y="207"/>
                  </a:lnTo>
                  <a:lnTo>
                    <a:pt x="63" y="192"/>
                  </a:lnTo>
                  <a:lnTo>
                    <a:pt x="48" y="192"/>
                  </a:lnTo>
                  <a:lnTo>
                    <a:pt x="32" y="177"/>
                  </a:lnTo>
                  <a:lnTo>
                    <a:pt x="15" y="177"/>
                  </a:lnTo>
                  <a:lnTo>
                    <a:pt x="15" y="159"/>
                  </a:lnTo>
                  <a:lnTo>
                    <a:pt x="15" y="144"/>
                  </a:lnTo>
                  <a:lnTo>
                    <a:pt x="0" y="144"/>
                  </a:lnTo>
                  <a:lnTo>
                    <a:pt x="0" y="129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80"/>
                  </a:lnTo>
                  <a:lnTo>
                    <a:pt x="0" y="65"/>
                  </a:lnTo>
                  <a:lnTo>
                    <a:pt x="15" y="65"/>
                  </a:lnTo>
                  <a:lnTo>
                    <a:pt x="15" y="48"/>
                  </a:lnTo>
                  <a:lnTo>
                    <a:pt x="15" y="32"/>
                  </a:lnTo>
                  <a:lnTo>
                    <a:pt x="32" y="32"/>
                  </a:lnTo>
                  <a:lnTo>
                    <a:pt x="48" y="17"/>
                  </a:lnTo>
                  <a:lnTo>
                    <a:pt x="63" y="17"/>
                  </a:lnTo>
                  <a:lnTo>
                    <a:pt x="63" y="0"/>
                  </a:lnTo>
                  <a:lnTo>
                    <a:pt x="80" y="0"/>
                  </a:lnTo>
                  <a:lnTo>
                    <a:pt x="96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5" name="Freeform 140">
              <a:extLst>
                <a:ext uri="{FF2B5EF4-FFF2-40B4-BE49-F238E27FC236}">
                  <a16:creationId xmlns:a16="http://schemas.microsoft.com/office/drawing/2014/main" id="{79B2FA77-F1BD-FE45-BC4D-FFF0C76AF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1550" y="4236457"/>
              <a:ext cx="125412" cy="125413"/>
            </a:xfrm>
            <a:custGeom>
              <a:avLst/>
              <a:gdLst>
                <a:gd name="T0" fmla="*/ 2147483646 w 192"/>
                <a:gd name="T1" fmla="*/ 0 h 192"/>
                <a:gd name="T2" fmla="*/ 2147483646 w 192"/>
                <a:gd name="T3" fmla="*/ 0 h 192"/>
                <a:gd name="T4" fmla="*/ 2147483646 w 192"/>
                <a:gd name="T5" fmla="*/ 0 h 192"/>
                <a:gd name="T6" fmla="*/ 2147483646 w 192"/>
                <a:gd name="T7" fmla="*/ 2147483646 h 192"/>
                <a:gd name="T8" fmla="*/ 2147483646 w 192"/>
                <a:gd name="T9" fmla="*/ 2147483646 h 192"/>
                <a:gd name="T10" fmla="*/ 2147483646 w 192"/>
                <a:gd name="T11" fmla="*/ 2147483646 h 192"/>
                <a:gd name="T12" fmla="*/ 2147483646 w 192"/>
                <a:gd name="T13" fmla="*/ 2147483646 h 192"/>
                <a:gd name="T14" fmla="*/ 2147483646 w 192"/>
                <a:gd name="T15" fmla="*/ 2147483646 h 192"/>
                <a:gd name="T16" fmla="*/ 2147483646 w 192"/>
                <a:gd name="T17" fmla="*/ 2147483646 h 192"/>
                <a:gd name="T18" fmla="*/ 2147483646 w 192"/>
                <a:gd name="T19" fmla="*/ 2147483646 h 192"/>
                <a:gd name="T20" fmla="*/ 2147483646 w 192"/>
                <a:gd name="T21" fmla="*/ 2147483646 h 192"/>
                <a:gd name="T22" fmla="*/ 2147483646 w 192"/>
                <a:gd name="T23" fmla="*/ 2147483646 h 192"/>
                <a:gd name="T24" fmla="*/ 2147483646 w 192"/>
                <a:gd name="T25" fmla="*/ 2147483646 h 192"/>
                <a:gd name="T26" fmla="*/ 2147483646 w 192"/>
                <a:gd name="T27" fmla="*/ 2147483646 h 192"/>
                <a:gd name="T28" fmla="*/ 2147483646 w 192"/>
                <a:gd name="T29" fmla="*/ 2147483646 h 192"/>
                <a:gd name="T30" fmla="*/ 2147483646 w 192"/>
                <a:gd name="T31" fmla="*/ 2147483646 h 192"/>
                <a:gd name="T32" fmla="*/ 2147483646 w 192"/>
                <a:gd name="T33" fmla="*/ 2147483646 h 192"/>
                <a:gd name="T34" fmla="*/ 2147483646 w 192"/>
                <a:gd name="T35" fmla="*/ 2147483646 h 192"/>
                <a:gd name="T36" fmla="*/ 2147483646 w 192"/>
                <a:gd name="T37" fmla="*/ 2147483646 h 192"/>
                <a:gd name="T38" fmla="*/ 2147483646 w 192"/>
                <a:gd name="T39" fmla="*/ 2147483646 h 192"/>
                <a:gd name="T40" fmla="*/ 2147483646 w 192"/>
                <a:gd name="T41" fmla="*/ 2147483646 h 192"/>
                <a:gd name="T42" fmla="*/ 2147483646 w 192"/>
                <a:gd name="T43" fmla="*/ 2147483646 h 192"/>
                <a:gd name="T44" fmla="*/ 2147483646 w 192"/>
                <a:gd name="T45" fmla="*/ 2147483646 h 192"/>
                <a:gd name="T46" fmla="*/ 2147483646 w 192"/>
                <a:gd name="T47" fmla="*/ 2147483646 h 192"/>
                <a:gd name="T48" fmla="*/ 2147483646 w 192"/>
                <a:gd name="T49" fmla="*/ 2147483646 h 192"/>
                <a:gd name="T50" fmla="*/ 2147483646 w 192"/>
                <a:gd name="T51" fmla="*/ 2147483646 h 192"/>
                <a:gd name="T52" fmla="*/ 2147483646 w 192"/>
                <a:gd name="T53" fmla="*/ 2147483646 h 192"/>
                <a:gd name="T54" fmla="*/ 2147483646 w 192"/>
                <a:gd name="T55" fmla="*/ 2147483646 h 192"/>
                <a:gd name="T56" fmla="*/ 2147483646 w 192"/>
                <a:gd name="T57" fmla="*/ 2147483646 h 192"/>
                <a:gd name="T58" fmla="*/ 2147483646 w 192"/>
                <a:gd name="T59" fmla="*/ 2147483646 h 192"/>
                <a:gd name="T60" fmla="*/ 2147483646 w 192"/>
                <a:gd name="T61" fmla="*/ 2147483646 h 192"/>
                <a:gd name="T62" fmla="*/ 0 w 192"/>
                <a:gd name="T63" fmla="*/ 2147483646 h 192"/>
                <a:gd name="T64" fmla="*/ 0 w 192"/>
                <a:gd name="T65" fmla="*/ 2147483646 h 192"/>
                <a:gd name="T66" fmla="*/ 0 w 192"/>
                <a:gd name="T67" fmla="*/ 2147483646 h 192"/>
                <a:gd name="T68" fmla="*/ 0 w 192"/>
                <a:gd name="T69" fmla="*/ 2147483646 h 192"/>
                <a:gd name="T70" fmla="*/ 0 w 192"/>
                <a:gd name="T71" fmla="*/ 2147483646 h 192"/>
                <a:gd name="T72" fmla="*/ 0 w 192"/>
                <a:gd name="T73" fmla="*/ 2147483646 h 192"/>
                <a:gd name="T74" fmla="*/ 2147483646 w 192"/>
                <a:gd name="T75" fmla="*/ 2147483646 h 192"/>
                <a:gd name="T76" fmla="*/ 2147483646 w 192"/>
                <a:gd name="T77" fmla="*/ 2147483646 h 192"/>
                <a:gd name="T78" fmla="*/ 2147483646 w 192"/>
                <a:gd name="T79" fmla="*/ 2147483646 h 192"/>
                <a:gd name="T80" fmla="*/ 2147483646 w 192"/>
                <a:gd name="T81" fmla="*/ 2147483646 h 192"/>
                <a:gd name="T82" fmla="*/ 2147483646 w 192"/>
                <a:gd name="T83" fmla="*/ 2147483646 h 192"/>
                <a:gd name="T84" fmla="*/ 2147483646 w 192"/>
                <a:gd name="T85" fmla="*/ 0 h 192"/>
                <a:gd name="T86" fmla="*/ 2147483646 w 192"/>
                <a:gd name="T87" fmla="*/ 0 h 192"/>
                <a:gd name="T88" fmla="*/ 2147483646 w 192"/>
                <a:gd name="T89" fmla="*/ 0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2"/>
                <a:gd name="T137" fmla="*/ 192 w 192"/>
                <a:gd name="T138" fmla="*/ 192 h 19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2">
                  <a:moveTo>
                    <a:pt x="96" y="0"/>
                  </a:moveTo>
                  <a:lnTo>
                    <a:pt x="96" y="0"/>
                  </a:lnTo>
                  <a:lnTo>
                    <a:pt x="111" y="0"/>
                  </a:lnTo>
                  <a:lnTo>
                    <a:pt x="128" y="0"/>
                  </a:lnTo>
                  <a:lnTo>
                    <a:pt x="128" y="17"/>
                  </a:lnTo>
                  <a:lnTo>
                    <a:pt x="144" y="17"/>
                  </a:lnTo>
                  <a:lnTo>
                    <a:pt x="159" y="17"/>
                  </a:lnTo>
                  <a:lnTo>
                    <a:pt x="159" y="32"/>
                  </a:lnTo>
                  <a:lnTo>
                    <a:pt x="176" y="32"/>
                  </a:lnTo>
                  <a:lnTo>
                    <a:pt x="176" y="48"/>
                  </a:lnTo>
                  <a:lnTo>
                    <a:pt x="192" y="65"/>
                  </a:lnTo>
                  <a:lnTo>
                    <a:pt x="192" y="80"/>
                  </a:lnTo>
                  <a:lnTo>
                    <a:pt x="192" y="96"/>
                  </a:lnTo>
                  <a:lnTo>
                    <a:pt x="192" y="111"/>
                  </a:lnTo>
                  <a:lnTo>
                    <a:pt x="192" y="129"/>
                  </a:lnTo>
                  <a:lnTo>
                    <a:pt x="176" y="144"/>
                  </a:lnTo>
                  <a:lnTo>
                    <a:pt x="176" y="159"/>
                  </a:lnTo>
                  <a:lnTo>
                    <a:pt x="159" y="159"/>
                  </a:lnTo>
                  <a:lnTo>
                    <a:pt x="159" y="177"/>
                  </a:lnTo>
                  <a:lnTo>
                    <a:pt x="144" y="177"/>
                  </a:lnTo>
                  <a:lnTo>
                    <a:pt x="128" y="177"/>
                  </a:lnTo>
                  <a:lnTo>
                    <a:pt x="128" y="192"/>
                  </a:lnTo>
                  <a:lnTo>
                    <a:pt x="111" y="192"/>
                  </a:lnTo>
                  <a:lnTo>
                    <a:pt x="96" y="192"/>
                  </a:lnTo>
                  <a:lnTo>
                    <a:pt x="80" y="192"/>
                  </a:lnTo>
                  <a:lnTo>
                    <a:pt x="63" y="192"/>
                  </a:lnTo>
                  <a:lnTo>
                    <a:pt x="63" y="177"/>
                  </a:lnTo>
                  <a:lnTo>
                    <a:pt x="48" y="177"/>
                  </a:lnTo>
                  <a:lnTo>
                    <a:pt x="32" y="177"/>
                  </a:lnTo>
                  <a:lnTo>
                    <a:pt x="32" y="159"/>
                  </a:lnTo>
                  <a:lnTo>
                    <a:pt x="15" y="159"/>
                  </a:lnTo>
                  <a:lnTo>
                    <a:pt x="15" y="144"/>
                  </a:lnTo>
                  <a:lnTo>
                    <a:pt x="0" y="129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80"/>
                  </a:lnTo>
                  <a:lnTo>
                    <a:pt x="0" y="65"/>
                  </a:lnTo>
                  <a:lnTo>
                    <a:pt x="15" y="48"/>
                  </a:lnTo>
                  <a:lnTo>
                    <a:pt x="15" y="32"/>
                  </a:lnTo>
                  <a:lnTo>
                    <a:pt x="32" y="32"/>
                  </a:lnTo>
                  <a:lnTo>
                    <a:pt x="32" y="17"/>
                  </a:lnTo>
                  <a:lnTo>
                    <a:pt x="48" y="17"/>
                  </a:lnTo>
                  <a:lnTo>
                    <a:pt x="63" y="17"/>
                  </a:lnTo>
                  <a:lnTo>
                    <a:pt x="63" y="0"/>
                  </a:lnTo>
                  <a:lnTo>
                    <a:pt x="80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6" name="Freeform 141">
              <a:extLst>
                <a:ext uri="{FF2B5EF4-FFF2-40B4-BE49-F238E27FC236}">
                  <a16:creationId xmlns:a16="http://schemas.microsoft.com/office/drawing/2014/main" id="{42F41B57-DBE8-2C44-B38E-1B48D660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762" y="4290432"/>
              <a:ext cx="134938" cy="134938"/>
            </a:xfrm>
            <a:custGeom>
              <a:avLst/>
              <a:gdLst>
                <a:gd name="T0" fmla="*/ 2147483646 w 208"/>
                <a:gd name="T1" fmla="*/ 0 h 208"/>
                <a:gd name="T2" fmla="*/ 2147483646 w 208"/>
                <a:gd name="T3" fmla="*/ 0 h 208"/>
                <a:gd name="T4" fmla="*/ 2147483646 w 208"/>
                <a:gd name="T5" fmla="*/ 0 h 208"/>
                <a:gd name="T6" fmla="*/ 2147483646 w 208"/>
                <a:gd name="T7" fmla="*/ 2147483646 h 208"/>
                <a:gd name="T8" fmla="*/ 2147483646 w 208"/>
                <a:gd name="T9" fmla="*/ 2147483646 h 208"/>
                <a:gd name="T10" fmla="*/ 2147483646 w 208"/>
                <a:gd name="T11" fmla="*/ 2147483646 h 208"/>
                <a:gd name="T12" fmla="*/ 2147483646 w 208"/>
                <a:gd name="T13" fmla="*/ 2147483646 h 208"/>
                <a:gd name="T14" fmla="*/ 2147483646 w 208"/>
                <a:gd name="T15" fmla="*/ 2147483646 h 208"/>
                <a:gd name="T16" fmla="*/ 2147483646 w 208"/>
                <a:gd name="T17" fmla="*/ 2147483646 h 208"/>
                <a:gd name="T18" fmla="*/ 2147483646 w 208"/>
                <a:gd name="T19" fmla="*/ 2147483646 h 208"/>
                <a:gd name="T20" fmla="*/ 2147483646 w 208"/>
                <a:gd name="T21" fmla="*/ 2147483646 h 208"/>
                <a:gd name="T22" fmla="*/ 2147483646 w 208"/>
                <a:gd name="T23" fmla="*/ 2147483646 h 208"/>
                <a:gd name="T24" fmla="*/ 2147483646 w 208"/>
                <a:gd name="T25" fmla="*/ 2147483646 h 208"/>
                <a:gd name="T26" fmla="*/ 2147483646 w 208"/>
                <a:gd name="T27" fmla="*/ 2147483646 h 208"/>
                <a:gd name="T28" fmla="*/ 2147483646 w 208"/>
                <a:gd name="T29" fmla="*/ 2147483646 h 208"/>
                <a:gd name="T30" fmla="*/ 2147483646 w 208"/>
                <a:gd name="T31" fmla="*/ 2147483646 h 208"/>
                <a:gd name="T32" fmla="*/ 2147483646 w 208"/>
                <a:gd name="T33" fmla="*/ 2147483646 h 208"/>
                <a:gd name="T34" fmla="*/ 2147483646 w 208"/>
                <a:gd name="T35" fmla="*/ 2147483646 h 208"/>
                <a:gd name="T36" fmla="*/ 2147483646 w 208"/>
                <a:gd name="T37" fmla="*/ 2147483646 h 208"/>
                <a:gd name="T38" fmla="*/ 2147483646 w 208"/>
                <a:gd name="T39" fmla="*/ 2147483646 h 208"/>
                <a:gd name="T40" fmla="*/ 2147483646 w 208"/>
                <a:gd name="T41" fmla="*/ 2147483646 h 208"/>
                <a:gd name="T42" fmla="*/ 2147483646 w 208"/>
                <a:gd name="T43" fmla="*/ 2147483646 h 208"/>
                <a:gd name="T44" fmla="*/ 2147483646 w 208"/>
                <a:gd name="T45" fmla="*/ 2147483646 h 208"/>
                <a:gd name="T46" fmla="*/ 2147483646 w 208"/>
                <a:gd name="T47" fmla="*/ 2147483646 h 208"/>
                <a:gd name="T48" fmla="*/ 2147483646 w 208"/>
                <a:gd name="T49" fmla="*/ 2147483646 h 208"/>
                <a:gd name="T50" fmla="*/ 2147483646 w 208"/>
                <a:gd name="T51" fmla="*/ 2147483646 h 208"/>
                <a:gd name="T52" fmla="*/ 2147483646 w 208"/>
                <a:gd name="T53" fmla="*/ 2147483646 h 208"/>
                <a:gd name="T54" fmla="*/ 2147483646 w 208"/>
                <a:gd name="T55" fmla="*/ 2147483646 h 208"/>
                <a:gd name="T56" fmla="*/ 2147483646 w 208"/>
                <a:gd name="T57" fmla="*/ 2147483646 h 208"/>
                <a:gd name="T58" fmla="*/ 2147483646 w 208"/>
                <a:gd name="T59" fmla="*/ 2147483646 h 208"/>
                <a:gd name="T60" fmla="*/ 2147483646 w 208"/>
                <a:gd name="T61" fmla="*/ 2147483646 h 208"/>
                <a:gd name="T62" fmla="*/ 0 w 208"/>
                <a:gd name="T63" fmla="*/ 2147483646 h 208"/>
                <a:gd name="T64" fmla="*/ 0 w 208"/>
                <a:gd name="T65" fmla="*/ 2147483646 h 208"/>
                <a:gd name="T66" fmla="*/ 0 w 208"/>
                <a:gd name="T67" fmla="*/ 2147483646 h 208"/>
                <a:gd name="T68" fmla="*/ 0 w 208"/>
                <a:gd name="T69" fmla="*/ 2147483646 h 208"/>
                <a:gd name="T70" fmla="*/ 0 w 208"/>
                <a:gd name="T71" fmla="*/ 2147483646 h 208"/>
                <a:gd name="T72" fmla="*/ 0 w 208"/>
                <a:gd name="T73" fmla="*/ 2147483646 h 208"/>
                <a:gd name="T74" fmla="*/ 2147483646 w 208"/>
                <a:gd name="T75" fmla="*/ 2147483646 h 208"/>
                <a:gd name="T76" fmla="*/ 2147483646 w 208"/>
                <a:gd name="T77" fmla="*/ 2147483646 h 208"/>
                <a:gd name="T78" fmla="*/ 2147483646 w 208"/>
                <a:gd name="T79" fmla="*/ 2147483646 h 208"/>
                <a:gd name="T80" fmla="*/ 2147483646 w 208"/>
                <a:gd name="T81" fmla="*/ 2147483646 h 208"/>
                <a:gd name="T82" fmla="*/ 2147483646 w 208"/>
                <a:gd name="T83" fmla="*/ 2147483646 h 208"/>
                <a:gd name="T84" fmla="*/ 2147483646 w 208"/>
                <a:gd name="T85" fmla="*/ 0 h 208"/>
                <a:gd name="T86" fmla="*/ 2147483646 w 208"/>
                <a:gd name="T87" fmla="*/ 0 h 208"/>
                <a:gd name="T88" fmla="*/ 2147483646 w 208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8"/>
                <a:gd name="T136" fmla="*/ 0 h 208"/>
                <a:gd name="T137" fmla="*/ 208 w 208"/>
                <a:gd name="T138" fmla="*/ 208 h 20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8" h="208">
                  <a:moveTo>
                    <a:pt x="112" y="0"/>
                  </a:moveTo>
                  <a:lnTo>
                    <a:pt x="112" y="0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144" y="16"/>
                  </a:lnTo>
                  <a:lnTo>
                    <a:pt x="160" y="16"/>
                  </a:lnTo>
                  <a:lnTo>
                    <a:pt x="177" y="31"/>
                  </a:lnTo>
                  <a:lnTo>
                    <a:pt x="192" y="31"/>
                  </a:lnTo>
                  <a:lnTo>
                    <a:pt x="192" y="49"/>
                  </a:lnTo>
                  <a:lnTo>
                    <a:pt x="192" y="64"/>
                  </a:lnTo>
                  <a:lnTo>
                    <a:pt x="208" y="64"/>
                  </a:lnTo>
                  <a:lnTo>
                    <a:pt x="208" y="79"/>
                  </a:lnTo>
                  <a:lnTo>
                    <a:pt x="208" y="97"/>
                  </a:lnTo>
                  <a:lnTo>
                    <a:pt x="208" y="112"/>
                  </a:lnTo>
                  <a:lnTo>
                    <a:pt x="208" y="127"/>
                  </a:lnTo>
                  <a:lnTo>
                    <a:pt x="208" y="145"/>
                  </a:lnTo>
                  <a:lnTo>
                    <a:pt x="192" y="145"/>
                  </a:lnTo>
                  <a:lnTo>
                    <a:pt x="192" y="160"/>
                  </a:lnTo>
                  <a:lnTo>
                    <a:pt x="192" y="175"/>
                  </a:lnTo>
                  <a:lnTo>
                    <a:pt x="177" y="175"/>
                  </a:lnTo>
                  <a:lnTo>
                    <a:pt x="160" y="193"/>
                  </a:lnTo>
                  <a:lnTo>
                    <a:pt x="144" y="193"/>
                  </a:lnTo>
                  <a:lnTo>
                    <a:pt x="144" y="208"/>
                  </a:lnTo>
                  <a:lnTo>
                    <a:pt x="129" y="208"/>
                  </a:lnTo>
                  <a:lnTo>
                    <a:pt x="112" y="208"/>
                  </a:lnTo>
                  <a:lnTo>
                    <a:pt x="96" y="208"/>
                  </a:lnTo>
                  <a:lnTo>
                    <a:pt x="79" y="208"/>
                  </a:lnTo>
                  <a:lnTo>
                    <a:pt x="64" y="208"/>
                  </a:lnTo>
                  <a:lnTo>
                    <a:pt x="64" y="193"/>
                  </a:lnTo>
                  <a:lnTo>
                    <a:pt x="48" y="193"/>
                  </a:lnTo>
                  <a:lnTo>
                    <a:pt x="31" y="175"/>
                  </a:lnTo>
                  <a:lnTo>
                    <a:pt x="16" y="175"/>
                  </a:lnTo>
                  <a:lnTo>
                    <a:pt x="16" y="160"/>
                  </a:lnTo>
                  <a:lnTo>
                    <a:pt x="16" y="145"/>
                  </a:lnTo>
                  <a:lnTo>
                    <a:pt x="0" y="145"/>
                  </a:lnTo>
                  <a:lnTo>
                    <a:pt x="0" y="127"/>
                  </a:lnTo>
                  <a:lnTo>
                    <a:pt x="0" y="112"/>
                  </a:lnTo>
                  <a:lnTo>
                    <a:pt x="0" y="97"/>
                  </a:lnTo>
                  <a:lnTo>
                    <a:pt x="0" y="79"/>
                  </a:lnTo>
                  <a:lnTo>
                    <a:pt x="0" y="64"/>
                  </a:lnTo>
                  <a:lnTo>
                    <a:pt x="16" y="64"/>
                  </a:lnTo>
                  <a:lnTo>
                    <a:pt x="16" y="49"/>
                  </a:lnTo>
                  <a:lnTo>
                    <a:pt x="16" y="31"/>
                  </a:lnTo>
                  <a:lnTo>
                    <a:pt x="31" y="31"/>
                  </a:lnTo>
                  <a:lnTo>
                    <a:pt x="48" y="16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79" y="0"/>
                  </a:lnTo>
                  <a:lnTo>
                    <a:pt x="96" y="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7" name="Freeform 142">
              <a:extLst>
                <a:ext uri="{FF2B5EF4-FFF2-40B4-BE49-F238E27FC236}">
                  <a16:creationId xmlns:a16="http://schemas.microsoft.com/office/drawing/2014/main" id="{75279ED7-DE50-6E4D-B6A5-1249357FE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762" y="4290432"/>
              <a:ext cx="125413" cy="123825"/>
            </a:xfrm>
            <a:custGeom>
              <a:avLst/>
              <a:gdLst>
                <a:gd name="T0" fmla="*/ 2147483646 w 192"/>
                <a:gd name="T1" fmla="*/ 0 h 193"/>
                <a:gd name="T2" fmla="*/ 2147483646 w 192"/>
                <a:gd name="T3" fmla="*/ 0 h 193"/>
                <a:gd name="T4" fmla="*/ 2147483646 w 192"/>
                <a:gd name="T5" fmla="*/ 0 h 193"/>
                <a:gd name="T6" fmla="*/ 2147483646 w 192"/>
                <a:gd name="T7" fmla="*/ 2147483646 h 193"/>
                <a:gd name="T8" fmla="*/ 2147483646 w 192"/>
                <a:gd name="T9" fmla="*/ 2147483646 h 193"/>
                <a:gd name="T10" fmla="*/ 2147483646 w 192"/>
                <a:gd name="T11" fmla="*/ 2147483646 h 193"/>
                <a:gd name="T12" fmla="*/ 2147483646 w 192"/>
                <a:gd name="T13" fmla="*/ 2147483646 h 193"/>
                <a:gd name="T14" fmla="*/ 2147483646 w 192"/>
                <a:gd name="T15" fmla="*/ 2147483646 h 193"/>
                <a:gd name="T16" fmla="*/ 2147483646 w 192"/>
                <a:gd name="T17" fmla="*/ 2147483646 h 193"/>
                <a:gd name="T18" fmla="*/ 2147483646 w 192"/>
                <a:gd name="T19" fmla="*/ 2147483646 h 193"/>
                <a:gd name="T20" fmla="*/ 2147483646 w 192"/>
                <a:gd name="T21" fmla="*/ 2147483646 h 193"/>
                <a:gd name="T22" fmla="*/ 2147483646 w 192"/>
                <a:gd name="T23" fmla="*/ 2147483646 h 193"/>
                <a:gd name="T24" fmla="*/ 2147483646 w 192"/>
                <a:gd name="T25" fmla="*/ 2147483646 h 193"/>
                <a:gd name="T26" fmla="*/ 2147483646 w 192"/>
                <a:gd name="T27" fmla="*/ 2147483646 h 193"/>
                <a:gd name="T28" fmla="*/ 2147483646 w 192"/>
                <a:gd name="T29" fmla="*/ 2147483646 h 193"/>
                <a:gd name="T30" fmla="*/ 2147483646 w 192"/>
                <a:gd name="T31" fmla="*/ 2147483646 h 193"/>
                <a:gd name="T32" fmla="*/ 2147483646 w 192"/>
                <a:gd name="T33" fmla="*/ 2147483646 h 193"/>
                <a:gd name="T34" fmla="*/ 2147483646 w 192"/>
                <a:gd name="T35" fmla="*/ 2147483646 h 193"/>
                <a:gd name="T36" fmla="*/ 2147483646 w 192"/>
                <a:gd name="T37" fmla="*/ 2147483646 h 193"/>
                <a:gd name="T38" fmla="*/ 2147483646 w 192"/>
                <a:gd name="T39" fmla="*/ 2147483646 h 193"/>
                <a:gd name="T40" fmla="*/ 2147483646 w 192"/>
                <a:gd name="T41" fmla="*/ 2147483646 h 193"/>
                <a:gd name="T42" fmla="*/ 2147483646 w 192"/>
                <a:gd name="T43" fmla="*/ 2147483646 h 193"/>
                <a:gd name="T44" fmla="*/ 2147483646 w 192"/>
                <a:gd name="T45" fmla="*/ 2147483646 h 193"/>
                <a:gd name="T46" fmla="*/ 2147483646 w 192"/>
                <a:gd name="T47" fmla="*/ 2147483646 h 193"/>
                <a:gd name="T48" fmla="*/ 2147483646 w 192"/>
                <a:gd name="T49" fmla="*/ 2147483646 h 193"/>
                <a:gd name="T50" fmla="*/ 2147483646 w 192"/>
                <a:gd name="T51" fmla="*/ 2147483646 h 193"/>
                <a:gd name="T52" fmla="*/ 2147483646 w 192"/>
                <a:gd name="T53" fmla="*/ 2147483646 h 193"/>
                <a:gd name="T54" fmla="*/ 2147483646 w 192"/>
                <a:gd name="T55" fmla="*/ 2147483646 h 193"/>
                <a:gd name="T56" fmla="*/ 2147483646 w 192"/>
                <a:gd name="T57" fmla="*/ 2147483646 h 193"/>
                <a:gd name="T58" fmla="*/ 2147483646 w 192"/>
                <a:gd name="T59" fmla="*/ 2147483646 h 193"/>
                <a:gd name="T60" fmla="*/ 2147483646 w 192"/>
                <a:gd name="T61" fmla="*/ 2147483646 h 193"/>
                <a:gd name="T62" fmla="*/ 0 w 192"/>
                <a:gd name="T63" fmla="*/ 2147483646 h 193"/>
                <a:gd name="T64" fmla="*/ 0 w 192"/>
                <a:gd name="T65" fmla="*/ 2147483646 h 193"/>
                <a:gd name="T66" fmla="*/ 0 w 192"/>
                <a:gd name="T67" fmla="*/ 2147483646 h 193"/>
                <a:gd name="T68" fmla="*/ 0 w 192"/>
                <a:gd name="T69" fmla="*/ 2147483646 h 193"/>
                <a:gd name="T70" fmla="*/ 0 w 192"/>
                <a:gd name="T71" fmla="*/ 2147483646 h 193"/>
                <a:gd name="T72" fmla="*/ 0 w 192"/>
                <a:gd name="T73" fmla="*/ 2147483646 h 193"/>
                <a:gd name="T74" fmla="*/ 2147483646 w 192"/>
                <a:gd name="T75" fmla="*/ 2147483646 h 193"/>
                <a:gd name="T76" fmla="*/ 2147483646 w 192"/>
                <a:gd name="T77" fmla="*/ 2147483646 h 193"/>
                <a:gd name="T78" fmla="*/ 2147483646 w 192"/>
                <a:gd name="T79" fmla="*/ 2147483646 h 193"/>
                <a:gd name="T80" fmla="*/ 2147483646 w 192"/>
                <a:gd name="T81" fmla="*/ 2147483646 h 193"/>
                <a:gd name="T82" fmla="*/ 2147483646 w 192"/>
                <a:gd name="T83" fmla="*/ 2147483646 h 193"/>
                <a:gd name="T84" fmla="*/ 2147483646 w 192"/>
                <a:gd name="T85" fmla="*/ 0 h 193"/>
                <a:gd name="T86" fmla="*/ 2147483646 w 192"/>
                <a:gd name="T87" fmla="*/ 0 h 193"/>
                <a:gd name="T88" fmla="*/ 2147483646 w 192"/>
                <a:gd name="T89" fmla="*/ 0 h 19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3"/>
                <a:gd name="T137" fmla="*/ 192 w 192"/>
                <a:gd name="T138" fmla="*/ 193 h 193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3">
                  <a:moveTo>
                    <a:pt x="96" y="0"/>
                  </a:moveTo>
                  <a:lnTo>
                    <a:pt x="96" y="0"/>
                  </a:lnTo>
                  <a:lnTo>
                    <a:pt x="112" y="0"/>
                  </a:lnTo>
                  <a:lnTo>
                    <a:pt x="129" y="0"/>
                  </a:lnTo>
                  <a:lnTo>
                    <a:pt x="129" y="16"/>
                  </a:lnTo>
                  <a:lnTo>
                    <a:pt x="144" y="16"/>
                  </a:lnTo>
                  <a:lnTo>
                    <a:pt x="160" y="16"/>
                  </a:lnTo>
                  <a:lnTo>
                    <a:pt x="160" y="31"/>
                  </a:lnTo>
                  <a:lnTo>
                    <a:pt x="177" y="31"/>
                  </a:lnTo>
                  <a:lnTo>
                    <a:pt x="177" y="49"/>
                  </a:lnTo>
                  <a:lnTo>
                    <a:pt x="192" y="64"/>
                  </a:lnTo>
                  <a:lnTo>
                    <a:pt x="192" y="79"/>
                  </a:lnTo>
                  <a:lnTo>
                    <a:pt x="192" y="97"/>
                  </a:lnTo>
                  <a:lnTo>
                    <a:pt x="192" y="112"/>
                  </a:lnTo>
                  <a:lnTo>
                    <a:pt x="192" y="127"/>
                  </a:lnTo>
                  <a:lnTo>
                    <a:pt x="177" y="145"/>
                  </a:lnTo>
                  <a:lnTo>
                    <a:pt x="177" y="160"/>
                  </a:lnTo>
                  <a:lnTo>
                    <a:pt x="160" y="160"/>
                  </a:lnTo>
                  <a:lnTo>
                    <a:pt x="160" y="175"/>
                  </a:lnTo>
                  <a:lnTo>
                    <a:pt x="144" y="175"/>
                  </a:lnTo>
                  <a:lnTo>
                    <a:pt x="129" y="175"/>
                  </a:lnTo>
                  <a:lnTo>
                    <a:pt x="129" y="193"/>
                  </a:lnTo>
                  <a:lnTo>
                    <a:pt x="112" y="193"/>
                  </a:lnTo>
                  <a:lnTo>
                    <a:pt x="96" y="193"/>
                  </a:lnTo>
                  <a:lnTo>
                    <a:pt x="79" y="193"/>
                  </a:lnTo>
                  <a:lnTo>
                    <a:pt x="64" y="193"/>
                  </a:lnTo>
                  <a:lnTo>
                    <a:pt x="64" y="175"/>
                  </a:lnTo>
                  <a:lnTo>
                    <a:pt x="48" y="175"/>
                  </a:lnTo>
                  <a:lnTo>
                    <a:pt x="31" y="175"/>
                  </a:lnTo>
                  <a:lnTo>
                    <a:pt x="31" y="160"/>
                  </a:lnTo>
                  <a:lnTo>
                    <a:pt x="16" y="160"/>
                  </a:lnTo>
                  <a:lnTo>
                    <a:pt x="16" y="145"/>
                  </a:lnTo>
                  <a:lnTo>
                    <a:pt x="0" y="127"/>
                  </a:lnTo>
                  <a:lnTo>
                    <a:pt x="0" y="112"/>
                  </a:lnTo>
                  <a:lnTo>
                    <a:pt x="0" y="97"/>
                  </a:lnTo>
                  <a:lnTo>
                    <a:pt x="0" y="79"/>
                  </a:lnTo>
                  <a:lnTo>
                    <a:pt x="0" y="64"/>
                  </a:lnTo>
                  <a:lnTo>
                    <a:pt x="16" y="49"/>
                  </a:lnTo>
                  <a:lnTo>
                    <a:pt x="16" y="31"/>
                  </a:lnTo>
                  <a:lnTo>
                    <a:pt x="31" y="31"/>
                  </a:lnTo>
                  <a:lnTo>
                    <a:pt x="31" y="16"/>
                  </a:lnTo>
                  <a:lnTo>
                    <a:pt x="48" y="16"/>
                  </a:lnTo>
                  <a:lnTo>
                    <a:pt x="64" y="16"/>
                  </a:lnTo>
                  <a:lnTo>
                    <a:pt x="64" y="0"/>
                  </a:lnTo>
                  <a:lnTo>
                    <a:pt x="79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8" name="Freeform 143">
              <a:extLst>
                <a:ext uri="{FF2B5EF4-FFF2-40B4-BE49-F238E27FC236}">
                  <a16:creationId xmlns:a16="http://schemas.microsoft.com/office/drawing/2014/main" id="{D58BBDC5-A8A0-ED40-B060-431C34E587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3975" y="4217407"/>
              <a:ext cx="134937" cy="134938"/>
            </a:xfrm>
            <a:custGeom>
              <a:avLst/>
              <a:gdLst>
                <a:gd name="T0" fmla="*/ 2147483646 w 207"/>
                <a:gd name="T1" fmla="*/ 0 h 208"/>
                <a:gd name="T2" fmla="*/ 2147483646 w 207"/>
                <a:gd name="T3" fmla="*/ 0 h 208"/>
                <a:gd name="T4" fmla="*/ 2147483646 w 207"/>
                <a:gd name="T5" fmla="*/ 0 h 208"/>
                <a:gd name="T6" fmla="*/ 2147483646 w 207"/>
                <a:gd name="T7" fmla="*/ 2147483646 h 208"/>
                <a:gd name="T8" fmla="*/ 2147483646 w 207"/>
                <a:gd name="T9" fmla="*/ 2147483646 h 208"/>
                <a:gd name="T10" fmla="*/ 2147483646 w 207"/>
                <a:gd name="T11" fmla="*/ 2147483646 h 208"/>
                <a:gd name="T12" fmla="*/ 2147483646 w 207"/>
                <a:gd name="T13" fmla="*/ 2147483646 h 208"/>
                <a:gd name="T14" fmla="*/ 2147483646 w 207"/>
                <a:gd name="T15" fmla="*/ 2147483646 h 208"/>
                <a:gd name="T16" fmla="*/ 2147483646 w 207"/>
                <a:gd name="T17" fmla="*/ 2147483646 h 208"/>
                <a:gd name="T18" fmla="*/ 2147483646 w 207"/>
                <a:gd name="T19" fmla="*/ 2147483646 h 208"/>
                <a:gd name="T20" fmla="*/ 2147483646 w 207"/>
                <a:gd name="T21" fmla="*/ 2147483646 h 208"/>
                <a:gd name="T22" fmla="*/ 2147483646 w 207"/>
                <a:gd name="T23" fmla="*/ 2147483646 h 208"/>
                <a:gd name="T24" fmla="*/ 2147483646 w 207"/>
                <a:gd name="T25" fmla="*/ 2147483646 h 208"/>
                <a:gd name="T26" fmla="*/ 2147483646 w 207"/>
                <a:gd name="T27" fmla="*/ 2147483646 h 208"/>
                <a:gd name="T28" fmla="*/ 2147483646 w 207"/>
                <a:gd name="T29" fmla="*/ 2147483646 h 208"/>
                <a:gd name="T30" fmla="*/ 2147483646 w 207"/>
                <a:gd name="T31" fmla="*/ 2147483646 h 208"/>
                <a:gd name="T32" fmla="*/ 2147483646 w 207"/>
                <a:gd name="T33" fmla="*/ 2147483646 h 208"/>
                <a:gd name="T34" fmla="*/ 2147483646 w 207"/>
                <a:gd name="T35" fmla="*/ 2147483646 h 208"/>
                <a:gd name="T36" fmla="*/ 2147483646 w 207"/>
                <a:gd name="T37" fmla="*/ 2147483646 h 208"/>
                <a:gd name="T38" fmla="*/ 2147483646 w 207"/>
                <a:gd name="T39" fmla="*/ 2147483646 h 208"/>
                <a:gd name="T40" fmla="*/ 2147483646 w 207"/>
                <a:gd name="T41" fmla="*/ 2147483646 h 208"/>
                <a:gd name="T42" fmla="*/ 2147483646 w 207"/>
                <a:gd name="T43" fmla="*/ 2147483646 h 208"/>
                <a:gd name="T44" fmla="*/ 2147483646 w 207"/>
                <a:gd name="T45" fmla="*/ 2147483646 h 208"/>
                <a:gd name="T46" fmla="*/ 2147483646 w 207"/>
                <a:gd name="T47" fmla="*/ 2147483646 h 208"/>
                <a:gd name="T48" fmla="*/ 2147483646 w 207"/>
                <a:gd name="T49" fmla="*/ 2147483646 h 208"/>
                <a:gd name="T50" fmla="*/ 2147483646 w 207"/>
                <a:gd name="T51" fmla="*/ 2147483646 h 208"/>
                <a:gd name="T52" fmla="*/ 2147483646 w 207"/>
                <a:gd name="T53" fmla="*/ 2147483646 h 208"/>
                <a:gd name="T54" fmla="*/ 2147483646 w 207"/>
                <a:gd name="T55" fmla="*/ 2147483646 h 208"/>
                <a:gd name="T56" fmla="*/ 2147483646 w 207"/>
                <a:gd name="T57" fmla="*/ 2147483646 h 208"/>
                <a:gd name="T58" fmla="*/ 2147483646 w 207"/>
                <a:gd name="T59" fmla="*/ 2147483646 h 208"/>
                <a:gd name="T60" fmla="*/ 2147483646 w 207"/>
                <a:gd name="T61" fmla="*/ 2147483646 h 208"/>
                <a:gd name="T62" fmla="*/ 0 w 207"/>
                <a:gd name="T63" fmla="*/ 2147483646 h 208"/>
                <a:gd name="T64" fmla="*/ 0 w 207"/>
                <a:gd name="T65" fmla="*/ 2147483646 h 208"/>
                <a:gd name="T66" fmla="*/ 0 w 207"/>
                <a:gd name="T67" fmla="*/ 2147483646 h 208"/>
                <a:gd name="T68" fmla="*/ 0 w 207"/>
                <a:gd name="T69" fmla="*/ 2147483646 h 208"/>
                <a:gd name="T70" fmla="*/ 0 w 207"/>
                <a:gd name="T71" fmla="*/ 2147483646 h 208"/>
                <a:gd name="T72" fmla="*/ 0 w 207"/>
                <a:gd name="T73" fmla="*/ 2147483646 h 208"/>
                <a:gd name="T74" fmla="*/ 2147483646 w 207"/>
                <a:gd name="T75" fmla="*/ 2147483646 h 208"/>
                <a:gd name="T76" fmla="*/ 2147483646 w 207"/>
                <a:gd name="T77" fmla="*/ 2147483646 h 208"/>
                <a:gd name="T78" fmla="*/ 2147483646 w 207"/>
                <a:gd name="T79" fmla="*/ 2147483646 h 208"/>
                <a:gd name="T80" fmla="*/ 2147483646 w 207"/>
                <a:gd name="T81" fmla="*/ 2147483646 h 208"/>
                <a:gd name="T82" fmla="*/ 2147483646 w 207"/>
                <a:gd name="T83" fmla="*/ 2147483646 h 208"/>
                <a:gd name="T84" fmla="*/ 2147483646 w 207"/>
                <a:gd name="T85" fmla="*/ 0 h 208"/>
                <a:gd name="T86" fmla="*/ 2147483646 w 207"/>
                <a:gd name="T87" fmla="*/ 0 h 208"/>
                <a:gd name="T88" fmla="*/ 2147483646 w 207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7"/>
                <a:gd name="T136" fmla="*/ 0 h 208"/>
                <a:gd name="T137" fmla="*/ 207 w 207"/>
                <a:gd name="T138" fmla="*/ 208 h 20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7" h="208">
                  <a:moveTo>
                    <a:pt x="111" y="0"/>
                  </a:moveTo>
                  <a:lnTo>
                    <a:pt x="111" y="0"/>
                  </a:lnTo>
                  <a:lnTo>
                    <a:pt x="127" y="0"/>
                  </a:lnTo>
                  <a:lnTo>
                    <a:pt x="144" y="0"/>
                  </a:lnTo>
                  <a:lnTo>
                    <a:pt x="144" y="15"/>
                  </a:lnTo>
                  <a:lnTo>
                    <a:pt x="159" y="15"/>
                  </a:lnTo>
                  <a:lnTo>
                    <a:pt x="175" y="31"/>
                  </a:lnTo>
                  <a:lnTo>
                    <a:pt x="192" y="31"/>
                  </a:lnTo>
                  <a:lnTo>
                    <a:pt x="192" y="48"/>
                  </a:lnTo>
                  <a:lnTo>
                    <a:pt x="192" y="63"/>
                  </a:lnTo>
                  <a:lnTo>
                    <a:pt x="207" y="63"/>
                  </a:lnTo>
                  <a:lnTo>
                    <a:pt x="207" y="79"/>
                  </a:lnTo>
                  <a:lnTo>
                    <a:pt x="207" y="96"/>
                  </a:lnTo>
                  <a:lnTo>
                    <a:pt x="207" y="111"/>
                  </a:lnTo>
                  <a:lnTo>
                    <a:pt x="207" y="127"/>
                  </a:lnTo>
                  <a:lnTo>
                    <a:pt x="207" y="142"/>
                  </a:lnTo>
                  <a:lnTo>
                    <a:pt x="192" y="142"/>
                  </a:lnTo>
                  <a:lnTo>
                    <a:pt x="192" y="160"/>
                  </a:lnTo>
                  <a:lnTo>
                    <a:pt x="192" y="175"/>
                  </a:lnTo>
                  <a:lnTo>
                    <a:pt x="175" y="175"/>
                  </a:lnTo>
                  <a:lnTo>
                    <a:pt x="159" y="190"/>
                  </a:lnTo>
                  <a:lnTo>
                    <a:pt x="144" y="190"/>
                  </a:lnTo>
                  <a:lnTo>
                    <a:pt x="144" y="208"/>
                  </a:lnTo>
                  <a:lnTo>
                    <a:pt x="127" y="208"/>
                  </a:lnTo>
                  <a:lnTo>
                    <a:pt x="111" y="208"/>
                  </a:lnTo>
                  <a:lnTo>
                    <a:pt x="96" y="208"/>
                  </a:lnTo>
                  <a:lnTo>
                    <a:pt x="79" y="208"/>
                  </a:lnTo>
                  <a:lnTo>
                    <a:pt x="63" y="208"/>
                  </a:lnTo>
                  <a:lnTo>
                    <a:pt x="63" y="190"/>
                  </a:lnTo>
                  <a:lnTo>
                    <a:pt x="48" y="190"/>
                  </a:lnTo>
                  <a:lnTo>
                    <a:pt x="31" y="175"/>
                  </a:lnTo>
                  <a:lnTo>
                    <a:pt x="15" y="175"/>
                  </a:lnTo>
                  <a:lnTo>
                    <a:pt x="15" y="160"/>
                  </a:lnTo>
                  <a:lnTo>
                    <a:pt x="15" y="142"/>
                  </a:lnTo>
                  <a:lnTo>
                    <a:pt x="0" y="142"/>
                  </a:lnTo>
                  <a:lnTo>
                    <a:pt x="0" y="127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9"/>
                  </a:lnTo>
                  <a:lnTo>
                    <a:pt x="0" y="63"/>
                  </a:lnTo>
                  <a:lnTo>
                    <a:pt x="15" y="63"/>
                  </a:lnTo>
                  <a:lnTo>
                    <a:pt x="15" y="48"/>
                  </a:lnTo>
                  <a:lnTo>
                    <a:pt x="15" y="31"/>
                  </a:lnTo>
                  <a:lnTo>
                    <a:pt x="31" y="31"/>
                  </a:lnTo>
                  <a:lnTo>
                    <a:pt x="48" y="15"/>
                  </a:lnTo>
                  <a:lnTo>
                    <a:pt x="63" y="15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6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59" name="Freeform 144">
              <a:extLst>
                <a:ext uri="{FF2B5EF4-FFF2-40B4-BE49-F238E27FC236}">
                  <a16:creationId xmlns:a16="http://schemas.microsoft.com/office/drawing/2014/main" id="{1F774BBF-31FC-224F-9FA2-44F708DD1E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3975" y="4217407"/>
              <a:ext cx="125412" cy="123825"/>
            </a:xfrm>
            <a:custGeom>
              <a:avLst/>
              <a:gdLst>
                <a:gd name="T0" fmla="*/ 2147483646 w 192"/>
                <a:gd name="T1" fmla="*/ 0 h 190"/>
                <a:gd name="T2" fmla="*/ 2147483646 w 192"/>
                <a:gd name="T3" fmla="*/ 0 h 190"/>
                <a:gd name="T4" fmla="*/ 2147483646 w 192"/>
                <a:gd name="T5" fmla="*/ 0 h 190"/>
                <a:gd name="T6" fmla="*/ 2147483646 w 192"/>
                <a:gd name="T7" fmla="*/ 2147483646 h 190"/>
                <a:gd name="T8" fmla="*/ 2147483646 w 192"/>
                <a:gd name="T9" fmla="*/ 2147483646 h 190"/>
                <a:gd name="T10" fmla="*/ 2147483646 w 192"/>
                <a:gd name="T11" fmla="*/ 2147483646 h 190"/>
                <a:gd name="T12" fmla="*/ 2147483646 w 192"/>
                <a:gd name="T13" fmla="*/ 2147483646 h 190"/>
                <a:gd name="T14" fmla="*/ 2147483646 w 192"/>
                <a:gd name="T15" fmla="*/ 2147483646 h 190"/>
                <a:gd name="T16" fmla="*/ 2147483646 w 192"/>
                <a:gd name="T17" fmla="*/ 2147483646 h 190"/>
                <a:gd name="T18" fmla="*/ 2147483646 w 192"/>
                <a:gd name="T19" fmla="*/ 2147483646 h 190"/>
                <a:gd name="T20" fmla="*/ 2147483646 w 192"/>
                <a:gd name="T21" fmla="*/ 2147483646 h 190"/>
                <a:gd name="T22" fmla="*/ 2147483646 w 192"/>
                <a:gd name="T23" fmla="*/ 2147483646 h 190"/>
                <a:gd name="T24" fmla="*/ 2147483646 w 192"/>
                <a:gd name="T25" fmla="*/ 2147483646 h 190"/>
                <a:gd name="T26" fmla="*/ 2147483646 w 192"/>
                <a:gd name="T27" fmla="*/ 2147483646 h 190"/>
                <a:gd name="T28" fmla="*/ 2147483646 w 192"/>
                <a:gd name="T29" fmla="*/ 2147483646 h 190"/>
                <a:gd name="T30" fmla="*/ 2147483646 w 192"/>
                <a:gd name="T31" fmla="*/ 2147483646 h 190"/>
                <a:gd name="T32" fmla="*/ 2147483646 w 192"/>
                <a:gd name="T33" fmla="*/ 2147483646 h 190"/>
                <a:gd name="T34" fmla="*/ 2147483646 w 192"/>
                <a:gd name="T35" fmla="*/ 2147483646 h 190"/>
                <a:gd name="T36" fmla="*/ 2147483646 w 192"/>
                <a:gd name="T37" fmla="*/ 2147483646 h 190"/>
                <a:gd name="T38" fmla="*/ 2147483646 w 192"/>
                <a:gd name="T39" fmla="*/ 2147483646 h 190"/>
                <a:gd name="T40" fmla="*/ 2147483646 w 192"/>
                <a:gd name="T41" fmla="*/ 2147483646 h 190"/>
                <a:gd name="T42" fmla="*/ 2147483646 w 192"/>
                <a:gd name="T43" fmla="*/ 2147483646 h 190"/>
                <a:gd name="T44" fmla="*/ 2147483646 w 192"/>
                <a:gd name="T45" fmla="*/ 2147483646 h 190"/>
                <a:gd name="T46" fmla="*/ 2147483646 w 192"/>
                <a:gd name="T47" fmla="*/ 2147483646 h 190"/>
                <a:gd name="T48" fmla="*/ 2147483646 w 192"/>
                <a:gd name="T49" fmla="*/ 2147483646 h 190"/>
                <a:gd name="T50" fmla="*/ 2147483646 w 192"/>
                <a:gd name="T51" fmla="*/ 2147483646 h 190"/>
                <a:gd name="T52" fmla="*/ 2147483646 w 192"/>
                <a:gd name="T53" fmla="*/ 2147483646 h 190"/>
                <a:gd name="T54" fmla="*/ 2147483646 w 192"/>
                <a:gd name="T55" fmla="*/ 2147483646 h 190"/>
                <a:gd name="T56" fmla="*/ 2147483646 w 192"/>
                <a:gd name="T57" fmla="*/ 2147483646 h 190"/>
                <a:gd name="T58" fmla="*/ 2147483646 w 192"/>
                <a:gd name="T59" fmla="*/ 2147483646 h 190"/>
                <a:gd name="T60" fmla="*/ 2147483646 w 192"/>
                <a:gd name="T61" fmla="*/ 2147483646 h 190"/>
                <a:gd name="T62" fmla="*/ 0 w 192"/>
                <a:gd name="T63" fmla="*/ 2147483646 h 190"/>
                <a:gd name="T64" fmla="*/ 0 w 192"/>
                <a:gd name="T65" fmla="*/ 2147483646 h 190"/>
                <a:gd name="T66" fmla="*/ 0 w 192"/>
                <a:gd name="T67" fmla="*/ 2147483646 h 190"/>
                <a:gd name="T68" fmla="*/ 0 w 192"/>
                <a:gd name="T69" fmla="*/ 2147483646 h 190"/>
                <a:gd name="T70" fmla="*/ 0 w 192"/>
                <a:gd name="T71" fmla="*/ 2147483646 h 190"/>
                <a:gd name="T72" fmla="*/ 0 w 192"/>
                <a:gd name="T73" fmla="*/ 2147483646 h 190"/>
                <a:gd name="T74" fmla="*/ 2147483646 w 192"/>
                <a:gd name="T75" fmla="*/ 2147483646 h 190"/>
                <a:gd name="T76" fmla="*/ 2147483646 w 192"/>
                <a:gd name="T77" fmla="*/ 2147483646 h 190"/>
                <a:gd name="T78" fmla="*/ 2147483646 w 192"/>
                <a:gd name="T79" fmla="*/ 2147483646 h 190"/>
                <a:gd name="T80" fmla="*/ 2147483646 w 192"/>
                <a:gd name="T81" fmla="*/ 2147483646 h 190"/>
                <a:gd name="T82" fmla="*/ 2147483646 w 192"/>
                <a:gd name="T83" fmla="*/ 2147483646 h 190"/>
                <a:gd name="T84" fmla="*/ 2147483646 w 192"/>
                <a:gd name="T85" fmla="*/ 0 h 190"/>
                <a:gd name="T86" fmla="*/ 2147483646 w 192"/>
                <a:gd name="T87" fmla="*/ 0 h 190"/>
                <a:gd name="T88" fmla="*/ 2147483646 w 192"/>
                <a:gd name="T89" fmla="*/ 0 h 19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0"/>
                <a:gd name="T137" fmla="*/ 192 w 192"/>
                <a:gd name="T138" fmla="*/ 190 h 19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0">
                  <a:moveTo>
                    <a:pt x="96" y="0"/>
                  </a:moveTo>
                  <a:lnTo>
                    <a:pt x="96" y="0"/>
                  </a:lnTo>
                  <a:lnTo>
                    <a:pt x="111" y="0"/>
                  </a:lnTo>
                  <a:lnTo>
                    <a:pt x="127" y="0"/>
                  </a:lnTo>
                  <a:lnTo>
                    <a:pt x="127" y="15"/>
                  </a:lnTo>
                  <a:lnTo>
                    <a:pt x="144" y="15"/>
                  </a:lnTo>
                  <a:lnTo>
                    <a:pt x="159" y="15"/>
                  </a:lnTo>
                  <a:lnTo>
                    <a:pt x="159" y="31"/>
                  </a:lnTo>
                  <a:lnTo>
                    <a:pt x="175" y="31"/>
                  </a:lnTo>
                  <a:lnTo>
                    <a:pt x="175" y="48"/>
                  </a:lnTo>
                  <a:lnTo>
                    <a:pt x="192" y="63"/>
                  </a:lnTo>
                  <a:lnTo>
                    <a:pt x="192" y="79"/>
                  </a:lnTo>
                  <a:lnTo>
                    <a:pt x="192" y="96"/>
                  </a:lnTo>
                  <a:lnTo>
                    <a:pt x="192" y="111"/>
                  </a:lnTo>
                  <a:lnTo>
                    <a:pt x="192" y="127"/>
                  </a:lnTo>
                  <a:lnTo>
                    <a:pt x="175" y="142"/>
                  </a:lnTo>
                  <a:lnTo>
                    <a:pt x="175" y="160"/>
                  </a:lnTo>
                  <a:lnTo>
                    <a:pt x="159" y="160"/>
                  </a:lnTo>
                  <a:lnTo>
                    <a:pt x="159" y="175"/>
                  </a:lnTo>
                  <a:lnTo>
                    <a:pt x="144" y="175"/>
                  </a:lnTo>
                  <a:lnTo>
                    <a:pt x="127" y="175"/>
                  </a:lnTo>
                  <a:lnTo>
                    <a:pt x="127" y="190"/>
                  </a:lnTo>
                  <a:lnTo>
                    <a:pt x="111" y="190"/>
                  </a:lnTo>
                  <a:lnTo>
                    <a:pt x="96" y="190"/>
                  </a:lnTo>
                  <a:lnTo>
                    <a:pt x="79" y="190"/>
                  </a:lnTo>
                  <a:lnTo>
                    <a:pt x="63" y="190"/>
                  </a:lnTo>
                  <a:lnTo>
                    <a:pt x="63" y="175"/>
                  </a:lnTo>
                  <a:lnTo>
                    <a:pt x="48" y="175"/>
                  </a:lnTo>
                  <a:lnTo>
                    <a:pt x="31" y="175"/>
                  </a:lnTo>
                  <a:lnTo>
                    <a:pt x="31" y="160"/>
                  </a:lnTo>
                  <a:lnTo>
                    <a:pt x="15" y="160"/>
                  </a:lnTo>
                  <a:lnTo>
                    <a:pt x="15" y="142"/>
                  </a:lnTo>
                  <a:lnTo>
                    <a:pt x="0" y="127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9"/>
                  </a:lnTo>
                  <a:lnTo>
                    <a:pt x="0" y="63"/>
                  </a:lnTo>
                  <a:lnTo>
                    <a:pt x="15" y="48"/>
                  </a:lnTo>
                  <a:lnTo>
                    <a:pt x="15" y="31"/>
                  </a:lnTo>
                  <a:lnTo>
                    <a:pt x="31" y="31"/>
                  </a:lnTo>
                  <a:lnTo>
                    <a:pt x="31" y="15"/>
                  </a:lnTo>
                  <a:lnTo>
                    <a:pt x="48" y="15"/>
                  </a:lnTo>
                  <a:lnTo>
                    <a:pt x="63" y="15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0" name="Freeform 145">
              <a:extLst>
                <a:ext uri="{FF2B5EF4-FFF2-40B4-BE49-F238E27FC236}">
                  <a16:creationId xmlns:a16="http://schemas.microsoft.com/office/drawing/2014/main" id="{444F4233-92F8-5F4E-88EC-E5407403B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300" y="4123745"/>
              <a:ext cx="134937" cy="134937"/>
            </a:xfrm>
            <a:custGeom>
              <a:avLst/>
              <a:gdLst>
                <a:gd name="T0" fmla="*/ 2147483646 w 207"/>
                <a:gd name="T1" fmla="*/ 0 h 207"/>
                <a:gd name="T2" fmla="*/ 2147483646 w 207"/>
                <a:gd name="T3" fmla="*/ 0 h 207"/>
                <a:gd name="T4" fmla="*/ 2147483646 w 207"/>
                <a:gd name="T5" fmla="*/ 0 h 207"/>
                <a:gd name="T6" fmla="*/ 2147483646 w 207"/>
                <a:gd name="T7" fmla="*/ 2147483646 h 207"/>
                <a:gd name="T8" fmla="*/ 2147483646 w 207"/>
                <a:gd name="T9" fmla="*/ 2147483646 h 207"/>
                <a:gd name="T10" fmla="*/ 2147483646 w 207"/>
                <a:gd name="T11" fmla="*/ 2147483646 h 207"/>
                <a:gd name="T12" fmla="*/ 2147483646 w 207"/>
                <a:gd name="T13" fmla="*/ 2147483646 h 207"/>
                <a:gd name="T14" fmla="*/ 2147483646 w 207"/>
                <a:gd name="T15" fmla="*/ 2147483646 h 207"/>
                <a:gd name="T16" fmla="*/ 2147483646 w 207"/>
                <a:gd name="T17" fmla="*/ 2147483646 h 207"/>
                <a:gd name="T18" fmla="*/ 2147483646 w 207"/>
                <a:gd name="T19" fmla="*/ 2147483646 h 207"/>
                <a:gd name="T20" fmla="*/ 2147483646 w 207"/>
                <a:gd name="T21" fmla="*/ 2147483646 h 207"/>
                <a:gd name="T22" fmla="*/ 2147483646 w 207"/>
                <a:gd name="T23" fmla="*/ 2147483646 h 207"/>
                <a:gd name="T24" fmla="*/ 2147483646 w 207"/>
                <a:gd name="T25" fmla="*/ 2147483646 h 207"/>
                <a:gd name="T26" fmla="*/ 2147483646 w 207"/>
                <a:gd name="T27" fmla="*/ 2147483646 h 207"/>
                <a:gd name="T28" fmla="*/ 2147483646 w 207"/>
                <a:gd name="T29" fmla="*/ 2147483646 h 207"/>
                <a:gd name="T30" fmla="*/ 2147483646 w 207"/>
                <a:gd name="T31" fmla="*/ 2147483646 h 207"/>
                <a:gd name="T32" fmla="*/ 2147483646 w 207"/>
                <a:gd name="T33" fmla="*/ 2147483646 h 207"/>
                <a:gd name="T34" fmla="*/ 2147483646 w 207"/>
                <a:gd name="T35" fmla="*/ 2147483646 h 207"/>
                <a:gd name="T36" fmla="*/ 2147483646 w 207"/>
                <a:gd name="T37" fmla="*/ 2147483646 h 207"/>
                <a:gd name="T38" fmla="*/ 2147483646 w 207"/>
                <a:gd name="T39" fmla="*/ 2147483646 h 207"/>
                <a:gd name="T40" fmla="*/ 2147483646 w 207"/>
                <a:gd name="T41" fmla="*/ 2147483646 h 207"/>
                <a:gd name="T42" fmla="*/ 2147483646 w 207"/>
                <a:gd name="T43" fmla="*/ 2147483646 h 207"/>
                <a:gd name="T44" fmla="*/ 2147483646 w 207"/>
                <a:gd name="T45" fmla="*/ 2147483646 h 207"/>
                <a:gd name="T46" fmla="*/ 2147483646 w 207"/>
                <a:gd name="T47" fmla="*/ 2147483646 h 207"/>
                <a:gd name="T48" fmla="*/ 2147483646 w 207"/>
                <a:gd name="T49" fmla="*/ 2147483646 h 207"/>
                <a:gd name="T50" fmla="*/ 2147483646 w 207"/>
                <a:gd name="T51" fmla="*/ 2147483646 h 207"/>
                <a:gd name="T52" fmla="*/ 2147483646 w 207"/>
                <a:gd name="T53" fmla="*/ 2147483646 h 207"/>
                <a:gd name="T54" fmla="*/ 2147483646 w 207"/>
                <a:gd name="T55" fmla="*/ 2147483646 h 207"/>
                <a:gd name="T56" fmla="*/ 2147483646 w 207"/>
                <a:gd name="T57" fmla="*/ 2147483646 h 207"/>
                <a:gd name="T58" fmla="*/ 2147483646 w 207"/>
                <a:gd name="T59" fmla="*/ 2147483646 h 207"/>
                <a:gd name="T60" fmla="*/ 2147483646 w 207"/>
                <a:gd name="T61" fmla="*/ 2147483646 h 207"/>
                <a:gd name="T62" fmla="*/ 0 w 207"/>
                <a:gd name="T63" fmla="*/ 2147483646 h 207"/>
                <a:gd name="T64" fmla="*/ 0 w 207"/>
                <a:gd name="T65" fmla="*/ 2147483646 h 207"/>
                <a:gd name="T66" fmla="*/ 0 w 207"/>
                <a:gd name="T67" fmla="*/ 2147483646 h 207"/>
                <a:gd name="T68" fmla="*/ 0 w 207"/>
                <a:gd name="T69" fmla="*/ 2147483646 h 207"/>
                <a:gd name="T70" fmla="*/ 0 w 207"/>
                <a:gd name="T71" fmla="*/ 2147483646 h 207"/>
                <a:gd name="T72" fmla="*/ 0 w 207"/>
                <a:gd name="T73" fmla="*/ 2147483646 h 207"/>
                <a:gd name="T74" fmla="*/ 2147483646 w 207"/>
                <a:gd name="T75" fmla="*/ 2147483646 h 207"/>
                <a:gd name="T76" fmla="*/ 2147483646 w 207"/>
                <a:gd name="T77" fmla="*/ 2147483646 h 207"/>
                <a:gd name="T78" fmla="*/ 2147483646 w 207"/>
                <a:gd name="T79" fmla="*/ 2147483646 h 207"/>
                <a:gd name="T80" fmla="*/ 2147483646 w 207"/>
                <a:gd name="T81" fmla="*/ 2147483646 h 207"/>
                <a:gd name="T82" fmla="*/ 2147483646 w 207"/>
                <a:gd name="T83" fmla="*/ 2147483646 h 207"/>
                <a:gd name="T84" fmla="*/ 2147483646 w 207"/>
                <a:gd name="T85" fmla="*/ 0 h 207"/>
                <a:gd name="T86" fmla="*/ 2147483646 w 207"/>
                <a:gd name="T87" fmla="*/ 0 h 207"/>
                <a:gd name="T88" fmla="*/ 2147483646 w 207"/>
                <a:gd name="T89" fmla="*/ 0 h 2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7"/>
                <a:gd name="T136" fmla="*/ 0 h 207"/>
                <a:gd name="T137" fmla="*/ 207 w 207"/>
                <a:gd name="T138" fmla="*/ 207 h 20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7" h="207">
                  <a:moveTo>
                    <a:pt x="111" y="0"/>
                  </a:moveTo>
                  <a:lnTo>
                    <a:pt x="111" y="0"/>
                  </a:lnTo>
                  <a:lnTo>
                    <a:pt x="127" y="0"/>
                  </a:lnTo>
                  <a:lnTo>
                    <a:pt x="144" y="0"/>
                  </a:lnTo>
                  <a:lnTo>
                    <a:pt x="144" y="15"/>
                  </a:lnTo>
                  <a:lnTo>
                    <a:pt x="159" y="15"/>
                  </a:lnTo>
                  <a:lnTo>
                    <a:pt x="174" y="30"/>
                  </a:lnTo>
                  <a:lnTo>
                    <a:pt x="192" y="30"/>
                  </a:lnTo>
                  <a:lnTo>
                    <a:pt x="192" y="48"/>
                  </a:lnTo>
                  <a:lnTo>
                    <a:pt x="192" y="63"/>
                  </a:lnTo>
                  <a:lnTo>
                    <a:pt x="207" y="63"/>
                  </a:lnTo>
                  <a:lnTo>
                    <a:pt x="207" y="79"/>
                  </a:lnTo>
                  <a:lnTo>
                    <a:pt x="207" y="96"/>
                  </a:lnTo>
                  <a:lnTo>
                    <a:pt x="207" y="111"/>
                  </a:lnTo>
                  <a:lnTo>
                    <a:pt x="207" y="127"/>
                  </a:lnTo>
                  <a:lnTo>
                    <a:pt x="207" y="144"/>
                  </a:lnTo>
                  <a:lnTo>
                    <a:pt x="192" y="144"/>
                  </a:lnTo>
                  <a:lnTo>
                    <a:pt x="192" y="159"/>
                  </a:lnTo>
                  <a:lnTo>
                    <a:pt x="192" y="175"/>
                  </a:lnTo>
                  <a:lnTo>
                    <a:pt x="174" y="175"/>
                  </a:lnTo>
                  <a:lnTo>
                    <a:pt x="159" y="192"/>
                  </a:lnTo>
                  <a:lnTo>
                    <a:pt x="144" y="192"/>
                  </a:lnTo>
                  <a:lnTo>
                    <a:pt x="144" y="207"/>
                  </a:lnTo>
                  <a:lnTo>
                    <a:pt x="127" y="207"/>
                  </a:lnTo>
                  <a:lnTo>
                    <a:pt x="111" y="207"/>
                  </a:lnTo>
                  <a:lnTo>
                    <a:pt x="96" y="207"/>
                  </a:lnTo>
                  <a:lnTo>
                    <a:pt x="79" y="207"/>
                  </a:lnTo>
                  <a:lnTo>
                    <a:pt x="63" y="207"/>
                  </a:lnTo>
                  <a:lnTo>
                    <a:pt x="63" y="192"/>
                  </a:lnTo>
                  <a:lnTo>
                    <a:pt x="48" y="192"/>
                  </a:lnTo>
                  <a:lnTo>
                    <a:pt x="31" y="175"/>
                  </a:lnTo>
                  <a:lnTo>
                    <a:pt x="15" y="175"/>
                  </a:lnTo>
                  <a:lnTo>
                    <a:pt x="15" y="159"/>
                  </a:lnTo>
                  <a:lnTo>
                    <a:pt x="15" y="144"/>
                  </a:lnTo>
                  <a:lnTo>
                    <a:pt x="0" y="144"/>
                  </a:lnTo>
                  <a:lnTo>
                    <a:pt x="0" y="127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9"/>
                  </a:lnTo>
                  <a:lnTo>
                    <a:pt x="0" y="63"/>
                  </a:lnTo>
                  <a:lnTo>
                    <a:pt x="15" y="63"/>
                  </a:lnTo>
                  <a:lnTo>
                    <a:pt x="15" y="48"/>
                  </a:lnTo>
                  <a:lnTo>
                    <a:pt x="15" y="30"/>
                  </a:lnTo>
                  <a:lnTo>
                    <a:pt x="31" y="30"/>
                  </a:lnTo>
                  <a:lnTo>
                    <a:pt x="48" y="15"/>
                  </a:lnTo>
                  <a:lnTo>
                    <a:pt x="63" y="15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6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1" name="Freeform 146">
              <a:extLst>
                <a:ext uri="{FF2B5EF4-FFF2-40B4-BE49-F238E27FC236}">
                  <a16:creationId xmlns:a16="http://schemas.microsoft.com/office/drawing/2014/main" id="{D5158234-E617-F64A-8A13-A3485C687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300" y="4123745"/>
              <a:ext cx="123825" cy="125412"/>
            </a:xfrm>
            <a:custGeom>
              <a:avLst/>
              <a:gdLst>
                <a:gd name="T0" fmla="*/ 2147483646 w 192"/>
                <a:gd name="T1" fmla="*/ 0 h 192"/>
                <a:gd name="T2" fmla="*/ 2147483646 w 192"/>
                <a:gd name="T3" fmla="*/ 0 h 192"/>
                <a:gd name="T4" fmla="*/ 2147483646 w 192"/>
                <a:gd name="T5" fmla="*/ 0 h 192"/>
                <a:gd name="T6" fmla="*/ 2147483646 w 192"/>
                <a:gd name="T7" fmla="*/ 2147483646 h 192"/>
                <a:gd name="T8" fmla="*/ 2147483646 w 192"/>
                <a:gd name="T9" fmla="*/ 2147483646 h 192"/>
                <a:gd name="T10" fmla="*/ 2147483646 w 192"/>
                <a:gd name="T11" fmla="*/ 2147483646 h 192"/>
                <a:gd name="T12" fmla="*/ 2147483646 w 192"/>
                <a:gd name="T13" fmla="*/ 2147483646 h 192"/>
                <a:gd name="T14" fmla="*/ 2147483646 w 192"/>
                <a:gd name="T15" fmla="*/ 2147483646 h 192"/>
                <a:gd name="T16" fmla="*/ 2147483646 w 192"/>
                <a:gd name="T17" fmla="*/ 2147483646 h 192"/>
                <a:gd name="T18" fmla="*/ 2147483646 w 192"/>
                <a:gd name="T19" fmla="*/ 2147483646 h 192"/>
                <a:gd name="T20" fmla="*/ 2147483646 w 192"/>
                <a:gd name="T21" fmla="*/ 2147483646 h 192"/>
                <a:gd name="T22" fmla="*/ 2147483646 w 192"/>
                <a:gd name="T23" fmla="*/ 2147483646 h 192"/>
                <a:gd name="T24" fmla="*/ 2147483646 w 192"/>
                <a:gd name="T25" fmla="*/ 2147483646 h 192"/>
                <a:gd name="T26" fmla="*/ 2147483646 w 192"/>
                <a:gd name="T27" fmla="*/ 2147483646 h 192"/>
                <a:gd name="T28" fmla="*/ 2147483646 w 192"/>
                <a:gd name="T29" fmla="*/ 2147483646 h 192"/>
                <a:gd name="T30" fmla="*/ 2147483646 w 192"/>
                <a:gd name="T31" fmla="*/ 2147483646 h 192"/>
                <a:gd name="T32" fmla="*/ 2147483646 w 192"/>
                <a:gd name="T33" fmla="*/ 2147483646 h 192"/>
                <a:gd name="T34" fmla="*/ 2147483646 w 192"/>
                <a:gd name="T35" fmla="*/ 2147483646 h 192"/>
                <a:gd name="T36" fmla="*/ 2147483646 w 192"/>
                <a:gd name="T37" fmla="*/ 2147483646 h 192"/>
                <a:gd name="T38" fmla="*/ 2147483646 w 192"/>
                <a:gd name="T39" fmla="*/ 2147483646 h 192"/>
                <a:gd name="T40" fmla="*/ 2147483646 w 192"/>
                <a:gd name="T41" fmla="*/ 2147483646 h 192"/>
                <a:gd name="T42" fmla="*/ 2147483646 w 192"/>
                <a:gd name="T43" fmla="*/ 2147483646 h 192"/>
                <a:gd name="T44" fmla="*/ 2147483646 w 192"/>
                <a:gd name="T45" fmla="*/ 2147483646 h 192"/>
                <a:gd name="T46" fmla="*/ 2147483646 w 192"/>
                <a:gd name="T47" fmla="*/ 2147483646 h 192"/>
                <a:gd name="T48" fmla="*/ 2147483646 w 192"/>
                <a:gd name="T49" fmla="*/ 2147483646 h 192"/>
                <a:gd name="T50" fmla="*/ 2147483646 w 192"/>
                <a:gd name="T51" fmla="*/ 2147483646 h 192"/>
                <a:gd name="T52" fmla="*/ 2147483646 w 192"/>
                <a:gd name="T53" fmla="*/ 2147483646 h 192"/>
                <a:gd name="T54" fmla="*/ 2147483646 w 192"/>
                <a:gd name="T55" fmla="*/ 2147483646 h 192"/>
                <a:gd name="T56" fmla="*/ 2147483646 w 192"/>
                <a:gd name="T57" fmla="*/ 2147483646 h 192"/>
                <a:gd name="T58" fmla="*/ 2147483646 w 192"/>
                <a:gd name="T59" fmla="*/ 2147483646 h 192"/>
                <a:gd name="T60" fmla="*/ 2147483646 w 192"/>
                <a:gd name="T61" fmla="*/ 2147483646 h 192"/>
                <a:gd name="T62" fmla="*/ 0 w 192"/>
                <a:gd name="T63" fmla="*/ 2147483646 h 192"/>
                <a:gd name="T64" fmla="*/ 0 w 192"/>
                <a:gd name="T65" fmla="*/ 2147483646 h 192"/>
                <a:gd name="T66" fmla="*/ 0 w 192"/>
                <a:gd name="T67" fmla="*/ 2147483646 h 192"/>
                <a:gd name="T68" fmla="*/ 0 w 192"/>
                <a:gd name="T69" fmla="*/ 2147483646 h 192"/>
                <a:gd name="T70" fmla="*/ 0 w 192"/>
                <a:gd name="T71" fmla="*/ 2147483646 h 192"/>
                <a:gd name="T72" fmla="*/ 0 w 192"/>
                <a:gd name="T73" fmla="*/ 2147483646 h 192"/>
                <a:gd name="T74" fmla="*/ 2147483646 w 192"/>
                <a:gd name="T75" fmla="*/ 2147483646 h 192"/>
                <a:gd name="T76" fmla="*/ 2147483646 w 192"/>
                <a:gd name="T77" fmla="*/ 2147483646 h 192"/>
                <a:gd name="T78" fmla="*/ 2147483646 w 192"/>
                <a:gd name="T79" fmla="*/ 2147483646 h 192"/>
                <a:gd name="T80" fmla="*/ 2147483646 w 192"/>
                <a:gd name="T81" fmla="*/ 2147483646 h 192"/>
                <a:gd name="T82" fmla="*/ 2147483646 w 192"/>
                <a:gd name="T83" fmla="*/ 2147483646 h 192"/>
                <a:gd name="T84" fmla="*/ 2147483646 w 192"/>
                <a:gd name="T85" fmla="*/ 0 h 192"/>
                <a:gd name="T86" fmla="*/ 2147483646 w 192"/>
                <a:gd name="T87" fmla="*/ 0 h 192"/>
                <a:gd name="T88" fmla="*/ 2147483646 w 192"/>
                <a:gd name="T89" fmla="*/ 0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2"/>
                <a:gd name="T137" fmla="*/ 192 w 192"/>
                <a:gd name="T138" fmla="*/ 192 h 19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2">
                  <a:moveTo>
                    <a:pt x="96" y="0"/>
                  </a:moveTo>
                  <a:lnTo>
                    <a:pt x="96" y="0"/>
                  </a:lnTo>
                  <a:lnTo>
                    <a:pt x="111" y="0"/>
                  </a:lnTo>
                  <a:lnTo>
                    <a:pt x="127" y="0"/>
                  </a:lnTo>
                  <a:lnTo>
                    <a:pt x="127" y="15"/>
                  </a:lnTo>
                  <a:lnTo>
                    <a:pt x="144" y="15"/>
                  </a:lnTo>
                  <a:lnTo>
                    <a:pt x="159" y="15"/>
                  </a:lnTo>
                  <a:lnTo>
                    <a:pt x="159" y="30"/>
                  </a:lnTo>
                  <a:lnTo>
                    <a:pt x="174" y="30"/>
                  </a:lnTo>
                  <a:lnTo>
                    <a:pt x="174" y="48"/>
                  </a:lnTo>
                  <a:lnTo>
                    <a:pt x="192" y="63"/>
                  </a:lnTo>
                  <a:lnTo>
                    <a:pt x="192" y="79"/>
                  </a:lnTo>
                  <a:lnTo>
                    <a:pt x="192" y="96"/>
                  </a:lnTo>
                  <a:lnTo>
                    <a:pt x="192" y="111"/>
                  </a:lnTo>
                  <a:lnTo>
                    <a:pt x="192" y="127"/>
                  </a:lnTo>
                  <a:lnTo>
                    <a:pt x="174" y="144"/>
                  </a:lnTo>
                  <a:lnTo>
                    <a:pt x="174" y="159"/>
                  </a:lnTo>
                  <a:lnTo>
                    <a:pt x="159" y="159"/>
                  </a:lnTo>
                  <a:lnTo>
                    <a:pt x="159" y="175"/>
                  </a:lnTo>
                  <a:lnTo>
                    <a:pt x="144" y="175"/>
                  </a:lnTo>
                  <a:lnTo>
                    <a:pt x="127" y="175"/>
                  </a:lnTo>
                  <a:lnTo>
                    <a:pt x="127" y="192"/>
                  </a:lnTo>
                  <a:lnTo>
                    <a:pt x="111" y="192"/>
                  </a:lnTo>
                  <a:lnTo>
                    <a:pt x="96" y="192"/>
                  </a:lnTo>
                  <a:lnTo>
                    <a:pt x="79" y="192"/>
                  </a:lnTo>
                  <a:lnTo>
                    <a:pt x="63" y="192"/>
                  </a:lnTo>
                  <a:lnTo>
                    <a:pt x="63" y="175"/>
                  </a:lnTo>
                  <a:lnTo>
                    <a:pt x="48" y="175"/>
                  </a:lnTo>
                  <a:lnTo>
                    <a:pt x="31" y="175"/>
                  </a:lnTo>
                  <a:lnTo>
                    <a:pt x="31" y="159"/>
                  </a:lnTo>
                  <a:lnTo>
                    <a:pt x="15" y="159"/>
                  </a:lnTo>
                  <a:lnTo>
                    <a:pt x="15" y="144"/>
                  </a:lnTo>
                  <a:lnTo>
                    <a:pt x="0" y="127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9"/>
                  </a:lnTo>
                  <a:lnTo>
                    <a:pt x="0" y="63"/>
                  </a:lnTo>
                  <a:lnTo>
                    <a:pt x="15" y="48"/>
                  </a:lnTo>
                  <a:lnTo>
                    <a:pt x="15" y="30"/>
                  </a:lnTo>
                  <a:lnTo>
                    <a:pt x="31" y="30"/>
                  </a:lnTo>
                  <a:lnTo>
                    <a:pt x="31" y="15"/>
                  </a:lnTo>
                  <a:lnTo>
                    <a:pt x="48" y="15"/>
                  </a:lnTo>
                  <a:lnTo>
                    <a:pt x="63" y="15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2" name="Freeform 147">
              <a:extLst>
                <a:ext uri="{FF2B5EF4-FFF2-40B4-BE49-F238E27FC236}">
                  <a16:creationId xmlns:a16="http://schemas.microsoft.com/office/drawing/2014/main" id="{8BEB331F-CD67-D542-9AF0-1A6DC8EA0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7512" y="4020557"/>
              <a:ext cx="134938" cy="134938"/>
            </a:xfrm>
            <a:custGeom>
              <a:avLst/>
              <a:gdLst>
                <a:gd name="T0" fmla="*/ 2147483646 w 210"/>
                <a:gd name="T1" fmla="*/ 0 h 208"/>
                <a:gd name="T2" fmla="*/ 2147483646 w 210"/>
                <a:gd name="T3" fmla="*/ 0 h 208"/>
                <a:gd name="T4" fmla="*/ 2147483646 w 210"/>
                <a:gd name="T5" fmla="*/ 0 h 208"/>
                <a:gd name="T6" fmla="*/ 2147483646 w 210"/>
                <a:gd name="T7" fmla="*/ 2147483646 h 208"/>
                <a:gd name="T8" fmla="*/ 2147483646 w 210"/>
                <a:gd name="T9" fmla="*/ 2147483646 h 208"/>
                <a:gd name="T10" fmla="*/ 2147483646 w 210"/>
                <a:gd name="T11" fmla="*/ 2147483646 h 208"/>
                <a:gd name="T12" fmla="*/ 2147483646 w 210"/>
                <a:gd name="T13" fmla="*/ 2147483646 h 208"/>
                <a:gd name="T14" fmla="*/ 2147483646 w 210"/>
                <a:gd name="T15" fmla="*/ 2147483646 h 208"/>
                <a:gd name="T16" fmla="*/ 2147483646 w 210"/>
                <a:gd name="T17" fmla="*/ 2147483646 h 208"/>
                <a:gd name="T18" fmla="*/ 2147483646 w 210"/>
                <a:gd name="T19" fmla="*/ 2147483646 h 208"/>
                <a:gd name="T20" fmla="*/ 2147483646 w 210"/>
                <a:gd name="T21" fmla="*/ 2147483646 h 208"/>
                <a:gd name="T22" fmla="*/ 2147483646 w 210"/>
                <a:gd name="T23" fmla="*/ 2147483646 h 208"/>
                <a:gd name="T24" fmla="*/ 2147483646 w 210"/>
                <a:gd name="T25" fmla="*/ 2147483646 h 208"/>
                <a:gd name="T26" fmla="*/ 2147483646 w 210"/>
                <a:gd name="T27" fmla="*/ 2147483646 h 208"/>
                <a:gd name="T28" fmla="*/ 2147483646 w 210"/>
                <a:gd name="T29" fmla="*/ 2147483646 h 208"/>
                <a:gd name="T30" fmla="*/ 2147483646 w 210"/>
                <a:gd name="T31" fmla="*/ 2147483646 h 208"/>
                <a:gd name="T32" fmla="*/ 2147483646 w 210"/>
                <a:gd name="T33" fmla="*/ 2147483646 h 208"/>
                <a:gd name="T34" fmla="*/ 2147483646 w 210"/>
                <a:gd name="T35" fmla="*/ 2147483646 h 208"/>
                <a:gd name="T36" fmla="*/ 2147483646 w 210"/>
                <a:gd name="T37" fmla="*/ 2147483646 h 208"/>
                <a:gd name="T38" fmla="*/ 2147483646 w 210"/>
                <a:gd name="T39" fmla="*/ 2147483646 h 208"/>
                <a:gd name="T40" fmla="*/ 2147483646 w 210"/>
                <a:gd name="T41" fmla="*/ 2147483646 h 208"/>
                <a:gd name="T42" fmla="*/ 2147483646 w 210"/>
                <a:gd name="T43" fmla="*/ 2147483646 h 208"/>
                <a:gd name="T44" fmla="*/ 2147483646 w 210"/>
                <a:gd name="T45" fmla="*/ 2147483646 h 208"/>
                <a:gd name="T46" fmla="*/ 2147483646 w 210"/>
                <a:gd name="T47" fmla="*/ 2147483646 h 208"/>
                <a:gd name="T48" fmla="*/ 2147483646 w 210"/>
                <a:gd name="T49" fmla="*/ 2147483646 h 208"/>
                <a:gd name="T50" fmla="*/ 2147483646 w 210"/>
                <a:gd name="T51" fmla="*/ 2147483646 h 208"/>
                <a:gd name="T52" fmla="*/ 2147483646 w 210"/>
                <a:gd name="T53" fmla="*/ 2147483646 h 208"/>
                <a:gd name="T54" fmla="*/ 2147483646 w 210"/>
                <a:gd name="T55" fmla="*/ 2147483646 h 208"/>
                <a:gd name="T56" fmla="*/ 2147483646 w 210"/>
                <a:gd name="T57" fmla="*/ 2147483646 h 208"/>
                <a:gd name="T58" fmla="*/ 2147483646 w 210"/>
                <a:gd name="T59" fmla="*/ 2147483646 h 208"/>
                <a:gd name="T60" fmla="*/ 2147483646 w 210"/>
                <a:gd name="T61" fmla="*/ 2147483646 h 208"/>
                <a:gd name="T62" fmla="*/ 0 w 210"/>
                <a:gd name="T63" fmla="*/ 2147483646 h 208"/>
                <a:gd name="T64" fmla="*/ 0 w 210"/>
                <a:gd name="T65" fmla="*/ 2147483646 h 208"/>
                <a:gd name="T66" fmla="*/ 0 w 210"/>
                <a:gd name="T67" fmla="*/ 2147483646 h 208"/>
                <a:gd name="T68" fmla="*/ 0 w 210"/>
                <a:gd name="T69" fmla="*/ 2147483646 h 208"/>
                <a:gd name="T70" fmla="*/ 0 w 210"/>
                <a:gd name="T71" fmla="*/ 2147483646 h 208"/>
                <a:gd name="T72" fmla="*/ 0 w 210"/>
                <a:gd name="T73" fmla="*/ 2147483646 h 208"/>
                <a:gd name="T74" fmla="*/ 2147483646 w 210"/>
                <a:gd name="T75" fmla="*/ 2147483646 h 208"/>
                <a:gd name="T76" fmla="*/ 2147483646 w 210"/>
                <a:gd name="T77" fmla="*/ 2147483646 h 208"/>
                <a:gd name="T78" fmla="*/ 2147483646 w 210"/>
                <a:gd name="T79" fmla="*/ 2147483646 h 208"/>
                <a:gd name="T80" fmla="*/ 2147483646 w 210"/>
                <a:gd name="T81" fmla="*/ 2147483646 h 208"/>
                <a:gd name="T82" fmla="*/ 2147483646 w 210"/>
                <a:gd name="T83" fmla="*/ 2147483646 h 208"/>
                <a:gd name="T84" fmla="*/ 2147483646 w 210"/>
                <a:gd name="T85" fmla="*/ 0 h 208"/>
                <a:gd name="T86" fmla="*/ 2147483646 w 210"/>
                <a:gd name="T87" fmla="*/ 0 h 208"/>
                <a:gd name="T88" fmla="*/ 2147483646 w 210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10"/>
                <a:gd name="T136" fmla="*/ 0 h 208"/>
                <a:gd name="T137" fmla="*/ 210 w 210"/>
                <a:gd name="T138" fmla="*/ 208 h 20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10" h="208">
                  <a:moveTo>
                    <a:pt x="114" y="0"/>
                  </a:moveTo>
                  <a:lnTo>
                    <a:pt x="114" y="0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144" y="16"/>
                  </a:lnTo>
                  <a:lnTo>
                    <a:pt x="162" y="16"/>
                  </a:lnTo>
                  <a:lnTo>
                    <a:pt x="177" y="31"/>
                  </a:lnTo>
                  <a:lnTo>
                    <a:pt x="192" y="31"/>
                  </a:lnTo>
                  <a:lnTo>
                    <a:pt x="192" y="48"/>
                  </a:lnTo>
                  <a:lnTo>
                    <a:pt x="192" y="64"/>
                  </a:lnTo>
                  <a:lnTo>
                    <a:pt x="210" y="64"/>
                  </a:lnTo>
                  <a:lnTo>
                    <a:pt x="210" y="79"/>
                  </a:lnTo>
                  <a:lnTo>
                    <a:pt x="210" y="94"/>
                  </a:lnTo>
                  <a:lnTo>
                    <a:pt x="210" y="112"/>
                  </a:lnTo>
                  <a:lnTo>
                    <a:pt x="210" y="127"/>
                  </a:lnTo>
                  <a:lnTo>
                    <a:pt x="210" y="142"/>
                  </a:lnTo>
                  <a:lnTo>
                    <a:pt x="192" y="142"/>
                  </a:lnTo>
                  <a:lnTo>
                    <a:pt x="192" y="160"/>
                  </a:lnTo>
                  <a:lnTo>
                    <a:pt x="192" y="175"/>
                  </a:lnTo>
                  <a:lnTo>
                    <a:pt x="177" y="175"/>
                  </a:lnTo>
                  <a:lnTo>
                    <a:pt x="162" y="190"/>
                  </a:lnTo>
                  <a:lnTo>
                    <a:pt x="144" y="190"/>
                  </a:lnTo>
                  <a:lnTo>
                    <a:pt x="144" y="208"/>
                  </a:lnTo>
                  <a:lnTo>
                    <a:pt x="129" y="208"/>
                  </a:lnTo>
                  <a:lnTo>
                    <a:pt x="114" y="208"/>
                  </a:lnTo>
                  <a:lnTo>
                    <a:pt x="96" y="208"/>
                  </a:lnTo>
                  <a:lnTo>
                    <a:pt x="81" y="208"/>
                  </a:lnTo>
                  <a:lnTo>
                    <a:pt x="66" y="208"/>
                  </a:lnTo>
                  <a:lnTo>
                    <a:pt x="66" y="190"/>
                  </a:lnTo>
                  <a:lnTo>
                    <a:pt x="48" y="190"/>
                  </a:lnTo>
                  <a:lnTo>
                    <a:pt x="33" y="175"/>
                  </a:lnTo>
                  <a:lnTo>
                    <a:pt x="18" y="175"/>
                  </a:lnTo>
                  <a:lnTo>
                    <a:pt x="18" y="160"/>
                  </a:lnTo>
                  <a:lnTo>
                    <a:pt x="18" y="142"/>
                  </a:lnTo>
                  <a:lnTo>
                    <a:pt x="0" y="142"/>
                  </a:lnTo>
                  <a:lnTo>
                    <a:pt x="0" y="127"/>
                  </a:lnTo>
                  <a:lnTo>
                    <a:pt x="0" y="112"/>
                  </a:lnTo>
                  <a:lnTo>
                    <a:pt x="0" y="94"/>
                  </a:lnTo>
                  <a:lnTo>
                    <a:pt x="0" y="79"/>
                  </a:lnTo>
                  <a:lnTo>
                    <a:pt x="0" y="64"/>
                  </a:lnTo>
                  <a:lnTo>
                    <a:pt x="18" y="64"/>
                  </a:lnTo>
                  <a:lnTo>
                    <a:pt x="18" y="48"/>
                  </a:lnTo>
                  <a:lnTo>
                    <a:pt x="18" y="31"/>
                  </a:lnTo>
                  <a:lnTo>
                    <a:pt x="33" y="31"/>
                  </a:lnTo>
                  <a:lnTo>
                    <a:pt x="48" y="16"/>
                  </a:lnTo>
                  <a:lnTo>
                    <a:pt x="66" y="16"/>
                  </a:lnTo>
                  <a:lnTo>
                    <a:pt x="66" y="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3" name="Freeform 148">
              <a:extLst>
                <a:ext uri="{FF2B5EF4-FFF2-40B4-BE49-F238E27FC236}">
                  <a16:creationId xmlns:a16="http://schemas.microsoft.com/office/drawing/2014/main" id="{6AB886C0-666E-F549-9A66-B756D7E00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7512" y="4020557"/>
              <a:ext cx="123825" cy="123825"/>
            </a:xfrm>
            <a:custGeom>
              <a:avLst/>
              <a:gdLst>
                <a:gd name="T0" fmla="*/ 2147483646 w 192"/>
                <a:gd name="T1" fmla="*/ 0 h 190"/>
                <a:gd name="T2" fmla="*/ 2147483646 w 192"/>
                <a:gd name="T3" fmla="*/ 0 h 190"/>
                <a:gd name="T4" fmla="*/ 2147483646 w 192"/>
                <a:gd name="T5" fmla="*/ 0 h 190"/>
                <a:gd name="T6" fmla="*/ 2147483646 w 192"/>
                <a:gd name="T7" fmla="*/ 2147483646 h 190"/>
                <a:gd name="T8" fmla="*/ 2147483646 w 192"/>
                <a:gd name="T9" fmla="*/ 2147483646 h 190"/>
                <a:gd name="T10" fmla="*/ 2147483646 w 192"/>
                <a:gd name="T11" fmla="*/ 2147483646 h 190"/>
                <a:gd name="T12" fmla="*/ 2147483646 w 192"/>
                <a:gd name="T13" fmla="*/ 2147483646 h 190"/>
                <a:gd name="T14" fmla="*/ 2147483646 w 192"/>
                <a:gd name="T15" fmla="*/ 2147483646 h 190"/>
                <a:gd name="T16" fmla="*/ 2147483646 w 192"/>
                <a:gd name="T17" fmla="*/ 2147483646 h 190"/>
                <a:gd name="T18" fmla="*/ 2147483646 w 192"/>
                <a:gd name="T19" fmla="*/ 2147483646 h 190"/>
                <a:gd name="T20" fmla="*/ 2147483646 w 192"/>
                <a:gd name="T21" fmla="*/ 2147483646 h 190"/>
                <a:gd name="T22" fmla="*/ 2147483646 w 192"/>
                <a:gd name="T23" fmla="*/ 2147483646 h 190"/>
                <a:gd name="T24" fmla="*/ 2147483646 w 192"/>
                <a:gd name="T25" fmla="*/ 2147483646 h 190"/>
                <a:gd name="T26" fmla="*/ 2147483646 w 192"/>
                <a:gd name="T27" fmla="*/ 2147483646 h 190"/>
                <a:gd name="T28" fmla="*/ 2147483646 w 192"/>
                <a:gd name="T29" fmla="*/ 2147483646 h 190"/>
                <a:gd name="T30" fmla="*/ 2147483646 w 192"/>
                <a:gd name="T31" fmla="*/ 2147483646 h 190"/>
                <a:gd name="T32" fmla="*/ 2147483646 w 192"/>
                <a:gd name="T33" fmla="*/ 2147483646 h 190"/>
                <a:gd name="T34" fmla="*/ 2147483646 w 192"/>
                <a:gd name="T35" fmla="*/ 2147483646 h 190"/>
                <a:gd name="T36" fmla="*/ 2147483646 w 192"/>
                <a:gd name="T37" fmla="*/ 2147483646 h 190"/>
                <a:gd name="T38" fmla="*/ 2147483646 w 192"/>
                <a:gd name="T39" fmla="*/ 2147483646 h 190"/>
                <a:gd name="T40" fmla="*/ 2147483646 w 192"/>
                <a:gd name="T41" fmla="*/ 2147483646 h 190"/>
                <a:gd name="T42" fmla="*/ 2147483646 w 192"/>
                <a:gd name="T43" fmla="*/ 2147483646 h 190"/>
                <a:gd name="T44" fmla="*/ 2147483646 w 192"/>
                <a:gd name="T45" fmla="*/ 2147483646 h 190"/>
                <a:gd name="T46" fmla="*/ 2147483646 w 192"/>
                <a:gd name="T47" fmla="*/ 2147483646 h 190"/>
                <a:gd name="T48" fmla="*/ 2147483646 w 192"/>
                <a:gd name="T49" fmla="*/ 2147483646 h 190"/>
                <a:gd name="T50" fmla="*/ 2147483646 w 192"/>
                <a:gd name="T51" fmla="*/ 2147483646 h 190"/>
                <a:gd name="T52" fmla="*/ 2147483646 w 192"/>
                <a:gd name="T53" fmla="*/ 2147483646 h 190"/>
                <a:gd name="T54" fmla="*/ 2147483646 w 192"/>
                <a:gd name="T55" fmla="*/ 2147483646 h 190"/>
                <a:gd name="T56" fmla="*/ 2147483646 w 192"/>
                <a:gd name="T57" fmla="*/ 2147483646 h 190"/>
                <a:gd name="T58" fmla="*/ 2147483646 w 192"/>
                <a:gd name="T59" fmla="*/ 2147483646 h 190"/>
                <a:gd name="T60" fmla="*/ 2147483646 w 192"/>
                <a:gd name="T61" fmla="*/ 2147483646 h 190"/>
                <a:gd name="T62" fmla="*/ 0 w 192"/>
                <a:gd name="T63" fmla="*/ 2147483646 h 190"/>
                <a:gd name="T64" fmla="*/ 0 w 192"/>
                <a:gd name="T65" fmla="*/ 2147483646 h 190"/>
                <a:gd name="T66" fmla="*/ 0 w 192"/>
                <a:gd name="T67" fmla="*/ 2147483646 h 190"/>
                <a:gd name="T68" fmla="*/ 0 w 192"/>
                <a:gd name="T69" fmla="*/ 2147483646 h 190"/>
                <a:gd name="T70" fmla="*/ 0 w 192"/>
                <a:gd name="T71" fmla="*/ 2147483646 h 190"/>
                <a:gd name="T72" fmla="*/ 0 w 192"/>
                <a:gd name="T73" fmla="*/ 2147483646 h 190"/>
                <a:gd name="T74" fmla="*/ 2147483646 w 192"/>
                <a:gd name="T75" fmla="*/ 2147483646 h 190"/>
                <a:gd name="T76" fmla="*/ 2147483646 w 192"/>
                <a:gd name="T77" fmla="*/ 2147483646 h 190"/>
                <a:gd name="T78" fmla="*/ 2147483646 w 192"/>
                <a:gd name="T79" fmla="*/ 2147483646 h 190"/>
                <a:gd name="T80" fmla="*/ 2147483646 w 192"/>
                <a:gd name="T81" fmla="*/ 2147483646 h 190"/>
                <a:gd name="T82" fmla="*/ 2147483646 w 192"/>
                <a:gd name="T83" fmla="*/ 2147483646 h 190"/>
                <a:gd name="T84" fmla="*/ 2147483646 w 192"/>
                <a:gd name="T85" fmla="*/ 0 h 190"/>
                <a:gd name="T86" fmla="*/ 2147483646 w 192"/>
                <a:gd name="T87" fmla="*/ 0 h 190"/>
                <a:gd name="T88" fmla="*/ 2147483646 w 192"/>
                <a:gd name="T89" fmla="*/ 0 h 190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0"/>
                <a:gd name="T137" fmla="*/ 192 w 192"/>
                <a:gd name="T138" fmla="*/ 190 h 190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0">
                  <a:moveTo>
                    <a:pt x="96" y="0"/>
                  </a:moveTo>
                  <a:lnTo>
                    <a:pt x="96" y="0"/>
                  </a:lnTo>
                  <a:lnTo>
                    <a:pt x="114" y="0"/>
                  </a:lnTo>
                  <a:lnTo>
                    <a:pt x="129" y="0"/>
                  </a:lnTo>
                  <a:lnTo>
                    <a:pt x="129" y="16"/>
                  </a:lnTo>
                  <a:lnTo>
                    <a:pt x="144" y="16"/>
                  </a:lnTo>
                  <a:lnTo>
                    <a:pt x="162" y="16"/>
                  </a:lnTo>
                  <a:lnTo>
                    <a:pt x="162" y="31"/>
                  </a:lnTo>
                  <a:lnTo>
                    <a:pt x="177" y="31"/>
                  </a:lnTo>
                  <a:lnTo>
                    <a:pt x="177" y="48"/>
                  </a:lnTo>
                  <a:lnTo>
                    <a:pt x="192" y="64"/>
                  </a:lnTo>
                  <a:lnTo>
                    <a:pt x="192" y="79"/>
                  </a:lnTo>
                  <a:lnTo>
                    <a:pt x="192" y="94"/>
                  </a:lnTo>
                  <a:lnTo>
                    <a:pt x="192" y="112"/>
                  </a:lnTo>
                  <a:lnTo>
                    <a:pt x="192" y="127"/>
                  </a:lnTo>
                  <a:lnTo>
                    <a:pt x="177" y="142"/>
                  </a:lnTo>
                  <a:lnTo>
                    <a:pt x="177" y="160"/>
                  </a:lnTo>
                  <a:lnTo>
                    <a:pt x="162" y="160"/>
                  </a:lnTo>
                  <a:lnTo>
                    <a:pt x="162" y="175"/>
                  </a:lnTo>
                  <a:lnTo>
                    <a:pt x="144" y="175"/>
                  </a:lnTo>
                  <a:lnTo>
                    <a:pt x="129" y="175"/>
                  </a:lnTo>
                  <a:lnTo>
                    <a:pt x="129" y="190"/>
                  </a:lnTo>
                  <a:lnTo>
                    <a:pt x="114" y="190"/>
                  </a:lnTo>
                  <a:lnTo>
                    <a:pt x="96" y="190"/>
                  </a:lnTo>
                  <a:lnTo>
                    <a:pt x="81" y="190"/>
                  </a:lnTo>
                  <a:lnTo>
                    <a:pt x="66" y="190"/>
                  </a:lnTo>
                  <a:lnTo>
                    <a:pt x="66" y="175"/>
                  </a:lnTo>
                  <a:lnTo>
                    <a:pt x="48" y="175"/>
                  </a:lnTo>
                  <a:lnTo>
                    <a:pt x="33" y="175"/>
                  </a:lnTo>
                  <a:lnTo>
                    <a:pt x="33" y="160"/>
                  </a:lnTo>
                  <a:lnTo>
                    <a:pt x="18" y="160"/>
                  </a:lnTo>
                  <a:lnTo>
                    <a:pt x="18" y="142"/>
                  </a:lnTo>
                  <a:lnTo>
                    <a:pt x="0" y="127"/>
                  </a:lnTo>
                  <a:lnTo>
                    <a:pt x="0" y="112"/>
                  </a:lnTo>
                  <a:lnTo>
                    <a:pt x="0" y="94"/>
                  </a:lnTo>
                  <a:lnTo>
                    <a:pt x="0" y="79"/>
                  </a:lnTo>
                  <a:lnTo>
                    <a:pt x="0" y="64"/>
                  </a:lnTo>
                  <a:lnTo>
                    <a:pt x="18" y="48"/>
                  </a:lnTo>
                  <a:lnTo>
                    <a:pt x="18" y="31"/>
                  </a:lnTo>
                  <a:lnTo>
                    <a:pt x="33" y="31"/>
                  </a:lnTo>
                  <a:lnTo>
                    <a:pt x="33" y="16"/>
                  </a:lnTo>
                  <a:lnTo>
                    <a:pt x="48" y="16"/>
                  </a:lnTo>
                  <a:lnTo>
                    <a:pt x="66" y="16"/>
                  </a:lnTo>
                  <a:lnTo>
                    <a:pt x="66" y="0"/>
                  </a:lnTo>
                  <a:lnTo>
                    <a:pt x="81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4" name="Freeform 149">
              <a:extLst>
                <a:ext uri="{FF2B5EF4-FFF2-40B4-BE49-F238E27FC236}">
                  <a16:creationId xmlns:a16="http://schemas.microsoft.com/office/drawing/2014/main" id="{36A6F08B-F2BA-A940-BA3D-E14E848EB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3725" y="3791957"/>
              <a:ext cx="134937" cy="134938"/>
            </a:xfrm>
            <a:custGeom>
              <a:avLst/>
              <a:gdLst>
                <a:gd name="T0" fmla="*/ 2147483646 w 207"/>
                <a:gd name="T1" fmla="*/ 0 h 208"/>
                <a:gd name="T2" fmla="*/ 2147483646 w 207"/>
                <a:gd name="T3" fmla="*/ 0 h 208"/>
                <a:gd name="T4" fmla="*/ 2147483646 w 207"/>
                <a:gd name="T5" fmla="*/ 0 h 208"/>
                <a:gd name="T6" fmla="*/ 2147483646 w 207"/>
                <a:gd name="T7" fmla="*/ 2147483646 h 208"/>
                <a:gd name="T8" fmla="*/ 2147483646 w 207"/>
                <a:gd name="T9" fmla="*/ 2147483646 h 208"/>
                <a:gd name="T10" fmla="*/ 2147483646 w 207"/>
                <a:gd name="T11" fmla="*/ 2147483646 h 208"/>
                <a:gd name="T12" fmla="*/ 2147483646 w 207"/>
                <a:gd name="T13" fmla="*/ 2147483646 h 208"/>
                <a:gd name="T14" fmla="*/ 2147483646 w 207"/>
                <a:gd name="T15" fmla="*/ 2147483646 h 208"/>
                <a:gd name="T16" fmla="*/ 2147483646 w 207"/>
                <a:gd name="T17" fmla="*/ 2147483646 h 208"/>
                <a:gd name="T18" fmla="*/ 2147483646 w 207"/>
                <a:gd name="T19" fmla="*/ 2147483646 h 208"/>
                <a:gd name="T20" fmla="*/ 2147483646 w 207"/>
                <a:gd name="T21" fmla="*/ 2147483646 h 208"/>
                <a:gd name="T22" fmla="*/ 2147483646 w 207"/>
                <a:gd name="T23" fmla="*/ 2147483646 h 208"/>
                <a:gd name="T24" fmla="*/ 2147483646 w 207"/>
                <a:gd name="T25" fmla="*/ 2147483646 h 208"/>
                <a:gd name="T26" fmla="*/ 2147483646 w 207"/>
                <a:gd name="T27" fmla="*/ 2147483646 h 208"/>
                <a:gd name="T28" fmla="*/ 2147483646 w 207"/>
                <a:gd name="T29" fmla="*/ 2147483646 h 208"/>
                <a:gd name="T30" fmla="*/ 2147483646 w 207"/>
                <a:gd name="T31" fmla="*/ 2147483646 h 208"/>
                <a:gd name="T32" fmla="*/ 2147483646 w 207"/>
                <a:gd name="T33" fmla="*/ 2147483646 h 208"/>
                <a:gd name="T34" fmla="*/ 2147483646 w 207"/>
                <a:gd name="T35" fmla="*/ 2147483646 h 208"/>
                <a:gd name="T36" fmla="*/ 2147483646 w 207"/>
                <a:gd name="T37" fmla="*/ 2147483646 h 208"/>
                <a:gd name="T38" fmla="*/ 2147483646 w 207"/>
                <a:gd name="T39" fmla="*/ 2147483646 h 208"/>
                <a:gd name="T40" fmla="*/ 2147483646 w 207"/>
                <a:gd name="T41" fmla="*/ 2147483646 h 208"/>
                <a:gd name="T42" fmla="*/ 2147483646 w 207"/>
                <a:gd name="T43" fmla="*/ 2147483646 h 208"/>
                <a:gd name="T44" fmla="*/ 2147483646 w 207"/>
                <a:gd name="T45" fmla="*/ 2147483646 h 208"/>
                <a:gd name="T46" fmla="*/ 2147483646 w 207"/>
                <a:gd name="T47" fmla="*/ 2147483646 h 208"/>
                <a:gd name="T48" fmla="*/ 2147483646 w 207"/>
                <a:gd name="T49" fmla="*/ 2147483646 h 208"/>
                <a:gd name="T50" fmla="*/ 2147483646 w 207"/>
                <a:gd name="T51" fmla="*/ 2147483646 h 208"/>
                <a:gd name="T52" fmla="*/ 2147483646 w 207"/>
                <a:gd name="T53" fmla="*/ 2147483646 h 208"/>
                <a:gd name="T54" fmla="*/ 2147483646 w 207"/>
                <a:gd name="T55" fmla="*/ 2147483646 h 208"/>
                <a:gd name="T56" fmla="*/ 2147483646 w 207"/>
                <a:gd name="T57" fmla="*/ 2147483646 h 208"/>
                <a:gd name="T58" fmla="*/ 2147483646 w 207"/>
                <a:gd name="T59" fmla="*/ 2147483646 h 208"/>
                <a:gd name="T60" fmla="*/ 2147483646 w 207"/>
                <a:gd name="T61" fmla="*/ 2147483646 h 208"/>
                <a:gd name="T62" fmla="*/ 0 w 207"/>
                <a:gd name="T63" fmla="*/ 2147483646 h 208"/>
                <a:gd name="T64" fmla="*/ 0 w 207"/>
                <a:gd name="T65" fmla="*/ 2147483646 h 208"/>
                <a:gd name="T66" fmla="*/ 0 w 207"/>
                <a:gd name="T67" fmla="*/ 2147483646 h 208"/>
                <a:gd name="T68" fmla="*/ 0 w 207"/>
                <a:gd name="T69" fmla="*/ 2147483646 h 208"/>
                <a:gd name="T70" fmla="*/ 0 w 207"/>
                <a:gd name="T71" fmla="*/ 2147483646 h 208"/>
                <a:gd name="T72" fmla="*/ 0 w 207"/>
                <a:gd name="T73" fmla="*/ 2147483646 h 208"/>
                <a:gd name="T74" fmla="*/ 2147483646 w 207"/>
                <a:gd name="T75" fmla="*/ 2147483646 h 208"/>
                <a:gd name="T76" fmla="*/ 2147483646 w 207"/>
                <a:gd name="T77" fmla="*/ 2147483646 h 208"/>
                <a:gd name="T78" fmla="*/ 2147483646 w 207"/>
                <a:gd name="T79" fmla="*/ 2147483646 h 208"/>
                <a:gd name="T80" fmla="*/ 2147483646 w 207"/>
                <a:gd name="T81" fmla="*/ 2147483646 h 208"/>
                <a:gd name="T82" fmla="*/ 2147483646 w 207"/>
                <a:gd name="T83" fmla="*/ 2147483646 h 208"/>
                <a:gd name="T84" fmla="*/ 2147483646 w 207"/>
                <a:gd name="T85" fmla="*/ 0 h 208"/>
                <a:gd name="T86" fmla="*/ 2147483646 w 207"/>
                <a:gd name="T87" fmla="*/ 0 h 208"/>
                <a:gd name="T88" fmla="*/ 2147483646 w 207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7"/>
                <a:gd name="T136" fmla="*/ 0 h 208"/>
                <a:gd name="T137" fmla="*/ 207 w 207"/>
                <a:gd name="T138" fmla="*/ 208 h 20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7" h="208">
                  <a:moveTo>
                    <a:pt x="111" y="0"/>
                  </a:moveTo>
                  <a:lnTo>
                    <a:pt x="111" y="0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144" y="16"/>
                  </a:lnTo>
                  <a:lnTo>
                    <a:pt x="159" y="16"/>
                  </a:lnTo>
                  <a:lnTo>
                    <a:pt x="177" y="31"/>
                  </a:lnTo>
                  <a:lnTo>
                    <a:pt x="192" y="31"/>
                  </a:lnTo>
                  <a:lnTo>
                    <a:pt x="192" y="48"/>
                  </a:lnTo>
                  <a:lnTo>
                    <a:pt x="192" y="64"/>
                  </a:lnTo>
                  <a:lnTo>
                    <a:pt x="207" y="64"/>
                  </a:lnTo>
                  <a:lnTo>
                    <a:pt x="207" y="79"/>
                  </a:lnTo>
                  <a:lnTo>
                    <a:pt x="207" y="94"/>
                  </a:lnTo>
                  <a:lnTo>
                    <a:pt x="207" y="112"/>
                  </a:lnTo>
                  <a:lnTo>
                    <a:pt x="207" y="127"/>
                  </a:lnTo>
                  <a:lnTo>
                    <a:pt x="207" y="143"/>
                  </a:lnTo>
                  <a:lnTo>
                    <a:pt x="192" y="143"/>
                  </a:lnTo>
                  <a:lnTo>
                    <a:pt x="192" y="160"/>
                  </a:lnTo>
                  <a:lnTo>
                    <a:pt x="192" y="175"/>
                  </a:lnTo>
                  <a:lnTo>
                    <a:pt x="177" y="175"/>
                  </a:lnTo>
                  <a:lnTo>
                    <a:pt x="159" y="191"/>
                  </a:lnTo>
                  <a:lnTo>
                    <a:pt x="144" y="191"/>
                  </a:lnTo>
                  <a:lnTo>
                    <a:pt x="144" y="208"/>
                  </a:lnTo>
                  <a:lnTo>
                    <a:pt x="129" y="208"/>
                  </a:lnTo>
                  <a:lnTo>
                    <a:pt x="111" y="208"/>
                  </a:lnTo>
                  <a:lnTo>
                    <a:pt x="96" y="208"/>
                  </a:lnTo>
                  <a:lnTo>
                    <a:pt x="81" y="208"/>
                  </a:lnTo>
                  <a:lnTo>
                    <a:pt x="63" y="208"/>
                  </a:lnTo>
                  <a:lnTo>
                    <a:pt x="63" y="191"/>
                  </a:lnTo>
                  <a:lnTo>
                    <a:pt x="48" y="191"/>
                  </a:lnTo>
                  <a:lnTo>
                    <a:pt x="33" y="175"/>
                  </a:lnTo>
                  <a:lnTo>
                    <a:pt x="15" y="175"/>
                  </a:lnTo>
                  <a:lnTo>
                    <a:pt x="15" y="160"/>
                  </a:lnTo>
                  <a:lnTo>
                    <a:pt x="15" y="143"/>
                  </a:lnTo>
                  <a:lnTo>
                    <a:pt x="0" y="143"/>
                  </a:lnTo>
                  <a:lnTo>
                    <a:pt x="0" y="127"/>
                  </a:lnTo>
                  <a:lnTo>
                    <a:pt x="0" y="112"/>
                  </a:lnTo>
                  <a:lnTo>
                    <a:pt x="0" y="94"/>
                  </a:lnTo>
                  <a:lnTo>
                    <a:pt x="0" y="79"/>
                  </a:lnTo>
                  <a:lnTo>
                    <a:pt x="0" y="64"/>
                  </a:lnTo>
                  <a:lnTo>
                    <a:pt x="15" y="64"/>
                  </a:lnTo>
                  <a:lnTo>
                    <a:pt x="15" y="48"/>
                  </a:lnTo>
                  <a:lnTo>
                    <a:pt x="15" y="31"/>
                  </a:lnTo>
                  <a:lnTo>
                    <a:pt x="33" y="31"/>
                  </a:lnTo>
                  <a:lnTo>
                    <a:pt x="48" y="16"/>
                  </a:lnTo>
                  <a:lnTo>
                    <a:pt x="63" y="16"/>
                  </a:lnTo>
                  <a:lnTo>
                    <a:pt x="63" y="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5" name="Freeform 150">
              <a:extLst>
                <a:ext uri="{FF2B5EF4-FFF2-40B4-BE49-F238E27FC236}">
                  <a16:creationId xmlns:a16="http://schemas.microsoft.com/office/drawing/2014/main" id="{9D9D1697-A41D-F14D-9053-5562D6759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6900" y="3791957"/>
              <a:ext cx="123825" cy="123825"/>
            </a:xfrm>
            <a:custGeom>
              <a:avLst/>
              <a:gdLst>
                <a:gd name="T0" fmla="*/ 2147483646 w 192"/>
                <a:gd name="T1" fmla="*/ 0 h 191"/>
                <a:gd name="T2" fmla="*/ 2147483646 w 192"/>
                <a:gd name="T3" fmla="*/ 0 h 191"/>
                <a:gd name="T4" fmla="*/ 2147483646 w 192"/>
                <a:gd name="T5" fmla="*/ 0 h 191"/>
                <a:gd name="T6" fmla="*/ 2147483646 w 192"/>
                <a:gd name="T7" fmla="*/ 2147483646 h 191"/>
                <a:gd name="T8" fmla="*/ 2147483646 w 192"/>
                <a:gd name="T9" fmla="*/ 2147483646 h 191"/>
                <a:gd name="T10" fmla="*/ 2147483646 w 192"/>
                <a:gd name="T11" fmla="*/ 2147483646 h 191"/>
                <a:gd name="T12" fmla="*/ 2147483646 w 192"/>
                <a:gd name="T13" fmla="*/ 2147483646 h 191"/>
                <a:gd name="T14" fmla="*/ 2147483646 w 192"/>
                <a:gd name="T15" fmla="*/ 2147483646 h 191"/>
                <a:gd name="T16" fmla="*/ 2147483646 w 192"/>
                <a:gd name="T17" fmla="*/ 2147483646 h 191"/>
                <a:gd name="T18" fmla="*/ 2147483646 w 192"/>
                <a:gd name="T19" fmla="*/ 2147483646 h 191"/>
                <a:gd name="T20" fmla="*/ 2147483646 w 192"/>
                <a:gd name="T21" fmla="*/ 2147483646 h 191"/>
                <a:gd name="T22" fmla="*/ 2147483646 w 192"/>
                <a:gd name="T23" fmla="*/ 2147483646 h 191"/>
                <a:gd name="T24" fmla="*/ 2147483646 w 192"/>
                <a:gd name="T25" fmla="*/ 2147483646 h 191"/>
                <a:gd name="T26" fmla="*/ 2147483646 w 192"/>
                <a:gd name="T27" fmla="*/ 2147483646 h 191"/>
                <a:gd name="T28" fmla="*/ 2147483646 w 192"/>
                <a:gd name="T29" fmla="*/ 2147483646 h 191"/>
                <a:gd name="T30" fmla="*/ 2147483646 w 192"/>
                <a:gd name="T31" fmla="*/ 2147483646 h 191"/>
                <a:gd name="T32" fmla="*/ 2147483646 w 192"/>
                <a:gd name="T33" fmla="*/ 2147483646 h 191"/>
                <a:gd name="T34" fmla="*/ 2147483646 w 192"/>
                <a:gd name="T35" fmla="*/ 2147483646 h 191"/>
                <a:gd name="T36" fmla="*/ 2147483646 w 192"/>
                <a:gd name="T37" fmla="*/ 2147483646 h 191"/>
                <a:gd name="T38" fmla="*/ 2147483646 w 192"/>
                <a:gd name="T39" fmla="*/ 2147483646 h 191"/>
                <a:gd name="T40" fmla="*/ 2147483646 w 192"/>
                <a:gd name="T41" fmla="*/ 2147483646 h 191"/>
                <a:gd name="T42" fmla="*/ 2147483646 w 192"/>
                <a:gd name="T43" fmla="*/ 2147483646 h 191"/>
                <a:gd name="T44" fmla="*/ 2147483646 w 192"/>
                <a:gd name="T45" fmla="*/ 2147483646 h 191"/>
                <a:gd name="T46" fmla="*/ 2147483646 w 192"/>
                <a:gd name="T47" fmla="*/ 2147483646 h 191"/>
                <a:gd name="T48" fmla="*/ 2147483646 w 192"/>
                <a:gd name="T49" fmla="*/ 2147483646 h 191"/>
                <a:gd name="T50" fmla="*/ 2147483646 w 192"/>
                <a:gd name="T51" fmla="*/ 2147483646 h 191"/>
                <a:gd name="T52" fmla="*/ 2147483646 w 192"/>
                <a:gd name="T53" fmla="*/ 2147483646 h 191"/>
                <a:gd name="T54" fmla="*/ 2147483646 w 192"/>
                <a:gd name="T55" fmla="*/ 2147483646 h 191"/>
                <a:gd name="T56" fmla="*/ 2147483646 w 192"/>
                <a:gd name="T57" fmla="*/ 2147483646 h 191"/>
                <a:gd name="T58" fmla="*/ 2147483646 w 192"/>
                <a:gd name="T59" fmla="*/ 2147483646 h 191"/>
                <a:gd name="T60" fmla="*/ 2147483646 w 192"/>
                <a:gd name="T61" fmla="*/ 2147483646 h 191"/>
                <a:gd name="T62" fmla="*/ 0 w 192"/>
                <a:gd name="T63" fmla="*/ 2147483646 h 191"/>
                <a:gd name="T64" fmla="*/ 0 w 192"/>
                <a:gd name="T65" fmla="*/ 2147483646 h 191"/>
                <a:gd name="T66" fmla="*/ 0 w 192"/>
                <a:gd name="T67" fmla="*/ 2147483646 h 191"/>
                <a:gd name="T68" fmla="*/ 0 w 192"/>
                <a:gd name="T69" fmla="*/ 2147483646 h 191"/>
                <a:gd name="T70" fmla="*/ 0 w 192"/>
                <a:gd name="T71" fmla="*/ 2147483646 h 191"/>
                <a:gd name="T72" fmla="*/ 0 w 192"/>
                <a:gd name="T73" fmla="*/ 2147483646 h 191"/>
                <a:gd name="T74" fmla="*/ 2147483646 w 192"/>
                <a:gd name="T75" fmla="*/ 2147483646 h 191"/>
                <a:gd name="T76" fmla="*/ 2147483646 w 192"/>
                <a:gd name="T77" fmla="*/ 2147483646 h 191"/>
                <a:gd name="T78" fmla="*/ 2147483646 w 192"/>
                <a:gd name="T79" fmla="*/ 2147483646 h 191"/>
                <a:gd name="T80" fmla="*/ 2147483646 w 192"/>
                <a:gd name="T81" fmla="*/ 2147483646 h 191"/>
                <a:gd name="T82" fmla="*/ 2147483646 w 192"/>
                <a:gd name="T83" fmla="*/ 2147483646 h 191"/>
                <a:gd name="T84" fmla="*/ 2147483646 w 192"/>
                <a:gd name="T85" fmla="*/ 0 h 191"/>
                <a:gd name="T86" fmla="*/ 2147483646 w 192"/>
                <a:gd name="T87" fmla="*/ 0 h 191"/>
                <a:gd name="T88" fmla="*/ 2147483646 w 192"/>
                <a:gd name="T89" fmla="*/ 0 h 19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1"/>
                <a:gd name="T137" fmla="*/ 192 w 192"/>
                <a:gd name="T138" fmla="*/ 191 h 19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1">
                  <a:moveTo>
                    <a:pt x="96" y="0"/>
                  </a:moveTo>
                  <a:lnTo>
                    <a:pt x="96" y="0"/>
                  </a:lnTo>
                  <a:lnTo>
                    <a:pt x="111" y="0"/>
                  </a:lnTo>
                  <a:lnTo>
                    <a:pt x="129" y="0"/>
                  </a:lnTo>
                  <a:lnTo>
                    <a:pt x="129" y="16"/>
                  </a:lnTo>
                  <a:lnTo>
                    <a:pt x="144" y="16"/>
                  </a:lnTo>
                  <a:lnTo>
                    <a:pt x="159" y="16"/>
                  </a:lnTo>
                  <a:lnTo>
                    <a:pt x="159" y="31"/>
                  </a:lnTo>
                  <a:lnTo>
                    <a:pt x="177" y="31"/>
                  </a:lnTo>
                  <a:lnTo>
                    <a:pt x="177" y="48"/>
                  </a:lnTo>
                  <a:lnTo>
                    <a:pt x="192" y="64"/>
                  </a:lnTo>
                  <a:lnTo>
                    <a:pt x="192" y="79"/>
                  </a:lnTo>
                  <a:lnTo>
                    <a:pt x="192" y="94"/>
                  </a:lnTo>
                  <a:lnTo>
                    <a:pt x="192" y="112"/>
                  </a:lnTo>
                  <a:lnTo>
                    <a:pt x="192" y="127"/>
                  </a:lnTo>
                  <a:lnTo>
                    <a:pt x="177" y="143"/>
                  </a:lnTo>
                  <a:lnTo>
                    <a:pt x="177" y="160"/>
                  </a:lnTo>
                  <a:lnTo>
                    <a:pt x="159" y="160"/>
                  </a:lnTo>
                  <a:lnTo>
                    <a:pt x="159" y="175"/>
                  </a:lnTo>
                  <a:lnTo>
                    <a:pt x="144" y="175"/>
                  </a:lnTo>
                  <a:lnTo>
                    <a:pt x="129" y="175"/>
                  </a:lnTo>
                  <a:lnTo>
                    <a:pt x="129" y="191"/>
                  </a:lnTo>
                  <a:lnTo>
                    <a:pt x="111" y="191"/>
                  </a:lnTo>
                  <a:lnTo>
                    <a:pt x="96" y="191"/>
                  </a:lnTo>
                  <a:lnTo>
                    <a:pt x="81" y="191"/>
                  </a:lnTo>
                  <a:lnTo>
                    <a:pt x="63" y="191"/>
                  </a:lnTo>
                  <a:lnTo>
                    <a:pt x="63" y="175"/>
                  </a:lnTo>
                  <a:lnTo>
                    <a:pt x="48" y="175"/>
                  </a:lnTo>
                  <a:lnTo>
                    <a:pt x="33" y="175"/>
                  </a:lnTo>
                  <a:lnTo>
                    <a:pt x="33" y="160"/>
                  </a:lnTo>
                  <a:lnTo>
                    <a:pt x="15" y="160"/>
                  </a:lnTo>
                  <a:lnTo>
                    <a:pt x="15" y="143"/>
                  </a:lnTo>
                  <a:lnTo>
                    <a:pt x="0" y="127"/>
                  </a:lnTo>
                  <a:lnTo>
                    <a:pt x="0" y="112"/>
                  </a:lnTo>
                  <a:lnTo>
                    <a:pt x="0" y="94"/>
                  </a:lnTo>
                  <a:lnTo>
                    <a:pt x="0" y="79"/>
                  </a:lnTo>
                  <a:lnTo>
                    <a:pt x="0" y="64"/>
                  </a:lnTo>
                  <a:lnTo>
                    <a:pt x="15" y="48"/>
                  </a:lnTo>
                  <a:lnTo>
                    <a:pt x="15" y="31"/>
                  </a:lnTo>
                  <a:lnTo>
                    <a:pt x="33" y="31"/>
                  </a:lnTo>
                  <a:lnTo>
                    <a:pt x="33" y="16"/>
                  </a:lnTo>
                  <a:lnTo>
                    <a:pt x="48" y="16"/>
                  </a:lnTo>
                  <a:lnTo>
                    <a:pt x="63" y="16"/>
                  </a:lnTo>
                  <a:lnTo>
                    <a:pt x="63" y="0"/>
                  </a:lnTo>
                  <a:lnTo>
                    <a:pt x="81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6" name="Freeform 151">
              <a:extLst>
                <a:ext uri="{FF2B5EF4-FFF2-40B4-BE49-F238E27FC236}">
                  <a16:creationId xmlns:a16="http://schemas.microsoft.com/office/drawing/2014/main" id="{D70061A0-3329-6746-ABDF-0221DDCF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3112" y="3803070"/>
              <a:ext cx="134938" cy="134937"/>
            </a:xfrm>
            <a:custGeom>
              <a:avLst/>
              <a:gdLst>
                <a:gd name="T0" fmla="*/ 2147483646 w 207"/>
                <a:gd name="T1" fmla="*/ 0 h 207"/>
                <a:gd name="T2" fmla="*/ 2147483646 w 207"/>
                <a:gd name="T3" fmla="*/ 0 h 207"/>
                <a:gd name="T4" fmla="*/ 2147483646 w 207"/>
                <a:gd name="T5" fmla="*/ 0 h 207"/>
                <a:gd name="T6" fmla="*/ 2147483646 w 207"/>
                <a:gd name="T7" fmla="*/ 2147483646 h 207"/>
                <a:gd name="T8" fmla="*/ 2147483646 w 207"/>
                <a:gd name="T9" fmla="*/ 2147483646 h 207"/>
                <a:gd name="T10" fmla="*/ 2147483646 w 207"/>
                <a:gd name="T11" fmla="*/ 2147483646 h 207"/>
                <a:gd name="T12" fmla="*/ 2147483646 w 207"/>
                <a:gd name="T13" fmla="*/ 2147483646 h 207"/>
                <a:gd name="T14" fmla="*/ 2147483646 w 207"/>
                <a:gd name="T15" fmla="*/ 2147483646 h 207"/>
                <a:gd name="T16" fmla="*/ 2147483646 w 207"/>
                <a:gd name="T17" fmla="*/ 2147483646 h 207"/>
                <a:gd name="T18" fmla="*/ 2147483646 w 207"/>
                <a:gd name="T19" fmla="*/ 2147483646 h 207"/>
                <a:gd name="T20" fmla="*/ 2147483646 w 207"/>
                <a:gd name="T21" fmla="*/ 2147483646 h 207"/>
                <a:gd name="T22" fmla="*/ 2147483646 w 207"/>
                <a:gd name="T23" fmla="*/ 2147483646 h 207"/>
                <a:gd name="T24" fmla="*/ 2147483646 w 207"/>
                <a:gd name="T25" fmla="*/ 2147483646 h 207"/>
                <a:gd name="T26" fmla="*/ 2147483646 w 207"/>
                <a:gd name="T27" fmla="*/ 2147483646 h 207"/>
                <a:gd name="T28" fmla="*/ 2147483646 w 207"/>
                <a:gd name="T29" fmla="*/ 2147483646 h 207"/>
                <a:gd name="T30" fmla="*/ 2147483646 w 207"/>
                <a:gd name="T31" fmla="*/ 2147483646 h 207"/>
                <a:gd name="T32" fmla="*/ 2147483646 w 207"/>
                <a:gd name="T33" fmla="*/ 2147483646 h 207"/>
                <a:gd name="T34" fmla="*/ 2147483646 w 207"/>
                <a:gd name="T35" fmla="*/ 2147483646 h 207"/>
                <a:gd name="T36" fmla="*/ 2147483646 w 207"/>
                <a:gd name="T37" fmla="*/ 2147483646 h 207"/>
                <a:gd name="T38" fmla="*/ 2147483646 w 207"/>
                <a:gd name="T39" fmla="*/ 2147483646 h 207"/>
                <a:gd name="T40" fmla="*/ 2147483646 w 207"/>
                <a:gd name="T41" fmla="*/ 2147483646 h 207"/>
                <a:gd name="T42" fmla="*/ 2147483646 w 207"/>
                <a:gd name="T43" fmla="*/ 2147483646 h 207"/>
                <a:gd name="T44" fmla="*/ 2147483646 w 207"/>
                <a:gd name="T45" fmla="*/ 2147483646 h 207"/>
                <a:gd name="T46" fmla="*/ 2147483646 w 207"/>
                <a:gd name="T47" fmla="*/ 2147483646 h 207"/>
                <a:gd name="T48" fmla="*/ 2147483646 w 207"/>
                <a:gd name="T49" fmla="*/ 2147483646 h 207"/>
                <a:gd name="T50" fmla="*/ 2147483646 w 207"/>
                <a:gd name="T51" fmla="*/ 2147483646 h 207"/>
                <a:gd name="T52" fmla="*/ 2147483646 w 207"/>
                <a:gd name="T53" fmla="*/ 2147483646 h 207"/>
                <a:gd name="T54" fmla="*/ 2147483646 w 207"/>
                <a:gd name="T55" fmla="*/ 2147483646 h 207"/>
                <a:gd name="T56" fmla="*/ 2147483646 w 207"/>
                <a:gd name="T57" fmla="*/ 2147483646 h 207"/>
                <a:gd name="T58" fmla="*/ 2147483646 w 207"/>
                <a:gd name="T59" fmla="*/ 2147483646 h 207"/>
                <a:gd name="T60" fmla="*/ 2147483646 w 207"/>
                <a:gd name="T61" fmla="*/ 2147483646 h 207"/>
                <a:gd name="T62" fmla="*/ 0 w 207"/>
                <a:gd name="T63" fmla="*/ 2147483646 h 207"/>
                <a:gd name="T64" fmla="*/ 0 w 207"/>
                <a:gd name="T65" fmla="*/ 2147483646 h 207"/>
                <a:gd name="T66" fmla="*/ 0 w 207"/>
                <a:gd name="T67" fmla="*/ 2147483646 h 207"/>
                <a:gd name="T68" fmla="*/ 0 w 207"/>
                <a:gd name="T69" fmla="*/ 2147483646 h 207"/>
                <a:gd name="T70" fmla="*/ 0 w 207"/>
                <a:gd name="T71" fmla="*/ 2147483646 h 207"/>
                <a:gd name="T72" fmla="*/ 0 w 207"/>
                <a:gd name="T73" fmla="*/ 2147483646 h 207"/>
                <a:gd name="T74" fmla="*/ 2147483646 w 207"/>
                <a:gd name="T75" fmla="*/ 2147483646 h 207"/>
                <a:gd name="T76" fmla="*/ 2147483646 w 207"/>
                <a:gd name="T77" fmla="*/ 2147483646 h 207"/>
                <a:gd name="T78" fmla="*/ 2147483646 w 207"/>
                <a:gd name="T79" fmla="*/ 2147483646 h 207"/>
                <a:gd name="T80" fmla="*/ 2147483646 w 207"/>
                <a:gd name="T81" fmla="*/ 2147483646 h 207"/>
                <a:gd name="T82" fmla="*/ 2147483646 w 207"/>
                <a:gd name="T83" fmla="*/ 2147483646 h 207"/>
                <a:gd name="T84" fmla="*/ 2147483646 w 207"/>
                <a:gd name="T85" fmla="*/ 0 h 207"/>
                <a:gd name="T86" fmla="*/ 2147483646 w 207"/>
                <a:gd name="T87" fmla="*/ 0 h 207"/>
                <a:gd name="T88" fmla="*/ 2147483646 w 207"/>
                <a:gd name="T89" fmla="*/ 0 h 20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207"/>
                <a:gd name="T136" fmla="*/ 0 h 207"/>
                <a:gd name="T137" fmla="*/ 207 w 207"/>
                <a:gd name="T138" fmla="*/ 207 h 20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207" h="207">
                  <a:moveTo>
                    <a:pt x="111" y="0"/>
                  </a:moveTo>
                  <a:lnTo>
                    <a:pt x="111" y="0"/>
                  </a:lnTo>
                  <a:lnTo>
                    <a:pt x="126" y="0"/>
                  </a:lnTo>
                  <a:lnTo>
                    <a:pt x="144" y="0"/>
                  </a:lnTo>
                  <a:lnTo>
                    <a:pt x="144" y="15"/>
                  </a:lnTo>
                  <a:lnTo>
                    <a:pt x="159" y="15"/>
                  </a:lnTo>
                  <a:lnTo>
                    <a:pt x="174" y="32"/>
                  </a:lnTo>
                  <a:lnTo>
                    <a:pt x="192" y="32"/>
                  </a:lnTo>
                  <a:lnTo>
                    <a:pt x="192" y="48"/>
                  </a:lnTo>
                  <a:lnTo>
                    <a:pt x="192" y="63"/>
                  </a:lnTo>
                  <a:lnTo>
                    <a:pt x="207" y="63"/>
                  </a:lnTo>
                  <a:lnTo>
                    <a:pt x="207" y="78"/>
                  </a:lnTo>
                  <a:lnTo>
                    <a:pt x="207" y="96"/>
                  </a:lnTo>
                  <a:lnTo>
                    <a:pt x="207" y="111"/>
                  </a:lnTo>
                  <a:lnTo>
                    <a:pt x="207" y="127"/>
                  </a:lnTo>
                  <a:lnTo>
                    <a:pt x="207" y="144"/>
                  </a:lnTo>
                  <a:lnTo>
                    <a:pt x="192" y="144"/>
                  </a:lnTo>
                  <a:lnTo>
                    <a:pt x="192" y="159"/>
                  </a:lnTo>
                  <a:lnTo>
                    <a:pt x="192" y="175"/>
                  </a:lnTo>
                  <a:lnTo>
                    <a:pt x="174" y="175"/>
                  </a:lnTo>
                  <a:lnTo>
                    <a:pt x="159" y="192"/>
                  </a:lnTo>
                  <a:lnTo>
                    <a:pt x="144" y="192"/>
                  </a:lnTo>
                  <a:lnTo>
                    <a:pt x="144" y="207"/>
                  </a:lnTo>
                  <a:lnTo>
                    <a:pt x="126" y="207"/>
                  </a:lnTo>
                  <a:lnTo>
                    <a:pt x="111" y="207"/>
                  </a:lnTo>
                  <a:lnTo>
                    <a:pt x="96" y="207"/>
                  </a:lnTo>
                  <a:lnTo>
                    <a:pt x="78" y="207"/>
                  </a:lnTo>
                  <a:lnTo>
                    <a:pt x="63" y="207"/>
                  </a:lnTo>
                  <a:lnTo>
                    <a:pt x="63" y="192"/>
                  </a:lnTo>
                  <a:lnTo>
                    <a:pt x="48" y="192"/>
                  </a:lnTo>
                  <a:lnTo>
                    <a:pt x="30" y="175"/>
                  </a:lnTo>
                  <a:lnTo>
                    <a:pt x="15" y="175"/>
                  </a:lnTo>
                  <a:lnTo>
                    <a:pt x="15" y="159"/>
                  </a:lnTo>
                  <a:lnTo>
                    <a:pt x="15" y="144"/>
                  </a:lnTo>
                  <a:lnTo>
                    <a:pt x="0" y="144"/>
                  </a:lnTo>
                  <a:lnTo>
                    <a:pt x="0" y="127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63"/>
                  </a:lnTo>
                  <a:lnTo>
                    <a:pt x="15" y="63"/>
                  </a:lnTo>
                  <a:lnTo>
                    <a:pt x="15" y="48"/>
                  </a:lnTo>
                  <a:lnTo>
                    <a:pt x="15" y="32"/>
                  </a:lnTo>
                  <a:lnTo>
                    <a:pt x="30" y="32"/>
                  </a:lnTo>
                  <a:lnTo>
                    <a:pt x="48" y="15"/>
                  </a:lnTo>
                  <a:lnTo>
                    <a:pt x="63" y="15"/>
                  </a:lnTo>
                  <a:lnTo>
                    <a:pt x="63" y="0"/>
                  </a:lnTo>
                  <a:lnTo>
                    <a:pt x="78" y="0"/>
                  </a:lnTo>
                  <a:lnTo>
                    <a:pt x="96" y="0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7" name="Freeform 152">
              <a:extLst>
                <a:ext uri="{FF2B5EF4-FFF2-40B4-BE49-F238E27FC236}">
                  <a16:creationId xmlns:a16="http://schemas.microsoft.com/office/drawing/2014/main" id="{2C72E340-661A-E64F-8D7B-FC189C34F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9937" y="3803070"/>
              <a:ext cx="123825" cy="123825"/>
            </a:xfrm>
            <a:custGeom>
              <a:avLst/>
              <a:gdLst>
                <a:gd name="T0" fmla="*/ 2147483646 w 192"/>
                <a:gd name="T1" fmla="*/ 0 h 192"/>
                <a:gd name="T2" fmla="*/ 2147483646 w 192"/>
                <a:gd name="T3" fmla="*/ 0 h 192"/>
                <a:gd name="T4" fmla="*/ 2147483646 w 192"/>
                <a:gd name="T5" fmla="*/ 0 h 192"/>
                <a:gd name="T6" fmla="*/ 2147483646 w 192"/>
                <a:gd name="T7" fmla="*/ 2147483646 h 192"/>
                <a:gd name="T8" fmla="*/ 2147483646 w 192"/>
                <a:gd name="T9" fmla="*/ 2147483646 h 192"/>
                <a:gd name="T10" fmla="*/ 2147483646 w 192"/>
                <a:gd name="T11" fmla="*/ 2147483646 h 192"/>
                <a:gd name="T12" fmla="*/ 2147483646 w 192"/>
                <a:gd name="T13" fmla="*/ 2147483646 h 192"/>
                <a:gd name="T14" fmla="*/ 2147483646 w 192"/>
                <a:gd name="T15" fmla="*/ 2147483646 h 192"/>
                <a:gd name="T16" fmla="*/ 2147483646 w 192"/>
                <a:gd name="T17" fmla="*/ 2147483646 h 192"/>
                <a:gd name="T18" fmla="*/ 2147483646 w 192"/>
                <a:gd name="T19" fmla="*/ 2147483646 h 192"/>
                <a:gd name="T20" fmla="*/ 2147483646 w 192"/>
                <a:gd name="T21" fmla="*/ 2147483646 h 192"/>
                <a:gd name="T22" fmla="*/ 2147483646 w 192"/>
                <a:gd name="T23" fmla="*/ 2147483646 h 192"/>
                <a:gd name="T24" fmla="*/ 2147483646 w 192"/>
                <a:gd name="T25" fmla="*/ 2147483646 h 192"/>
                <a:gd name="T26" fmla="*/ 2147483646 w 192"/>
                <a:gd name="T27" fmla="*/ 2147483646 h 192"/>
                <a:gd name="T28" fmla="*/ 2147483646 w 192"/>
                <a:gd name="T29" fmla="*/ 2147483646 h 192"/>
                <a:gd name="T30" fmla="*/ 2147483646 w 192"/>
                <a:gd name="T31" fmla="*/ 2147483646 h 192"/>
                <a:gd name="T32" fmla="*/ 2147483646 w 192"/>
                <a:gd name="T33" fmla="*/ 2147483646 h 192"/>
                <a:gd name="T34" fmla="*/ 2147483646 w 192"/>
                <a:gd name="T35" fmla="*/ 2147483646 h 192"/>
                <a:gd name="T36" fmla="*/ 2147483646 w 192"/>
                <a:gd name="T37" fmla="*/ 2147483646 h 192"/>
                <a:gd name="T38" fmla="*/ 2147483646 w 192"/>
                <a:gd name="T39" fmla="*/ 2147483646 h 192"/>
                <a:gd name="T40" fmla="*/ 2147483646 w 192"/>
                <a:gd name="T41" fmla="*/ 2147483646 h 192"/>
                <a:gd name="T42" fmla="*/ 2147483646 w 192"/>
                <a:gd name="T43" fmla="*/ 2147483646 h 192"/>
                <a:gd name="T44" fmla="*/ 2147483646 w 192"/>
                <a:gd name="T45" fmla="*/ 2147483646 h 192"/>
                <a:gd name="T46" fmla="*/ 2147483646 w 192"/>
                <a:gd name="T47" fmla="*/ 2147483646 h 192"/>
                <a:gd name="T48" fmla="*/ 2147483646 w 192"/>
                <a:gd name="T49" fmla="*/ 2147483646 h 192"/>
                <a:gd name="T50" fmla="*/ 2147483646 w 192"/>
                <a:gd name="T51" fmla="*/ 2147483646 h 192"/>
                <a:gd name="T52" fmla="*/ 2147483646 w 192"/>
                <a:gd name="T53" fmla="*/ 2147483646 h 192"/>
                <a:gd name="T54" fmla="*/ 2147483646 w 192"/>
                <a:gd name="T55" fmla="*/ 2147483646 h 192"/>
                <a:gd name="T56" fmla="*/ 2147483646 w 192"/>
                <a:gd name="T57" fmla="*/ 2147483646 h 192"/>
                <a:gd name="T58" fmla="*/ 2147483646 w 192"/>
                <a:gd name="T59" fmla="*/ 2147483646 h 192"/>
                <a:gd name="T60" fmla="*/ 2147483646 w 192"/>
                <a:gd name="T61" fmla="*/ 2147483646 h 192"/>
                <a:gd name="T62" fmla="*/ 0 w 192"/>
                <a:gd name="T63" fmla="*/ 2147483646 h 192"/>
                <a:gd name="T64" fmla="*/ 0 w 192"/>
                <a:gd name="T65" fmla="*/ 2147483646 h 192"/>
                <a:gd name="T66" fmla="*/ 0 w 192"/>
                <a:gd name="T67" fmla="*/ 2147483646 h 192"/>
                <a:gd name="T68" fmla="*/ 0 w 192"/>
                <a:gd name="T69" fmla="*/ 2147483646 h 192"/>
                <a:gd name="T70" fmla="*/ 0 w 192"/>
                <a:gd name="T71" fmla="*/ 2147483646 h 192"/>
                <a:gd name="T72" fmla="*/ 0 w 192"/>
                <a:gd name="T73" fmla="*/ 2147483646 h 192"/>
                <a:gd name="T74" fmla="*/ 2147483646 w 192"/>
                <a:gd name="T75" fmla="*/ 2147483646 h 192"/>
                <a:gd name="T76" fmla="*/ 2147483646 w 192"/>
                <a:gd name="T77" fmla="*/ 2147483646 h 192"/>
                <a:gd name="T78" fmla="*/ 2147483646 w 192"/>
                <a:gd name="T79" fmla="*/ 2147483646 h 192"/>
                <a:gd name="T80" fmla="*/ 2147483646 w 192"/>
                <a:gd name="T81" fmla="*/ 2147483646 h 192"/>
                <a:gd name="T82" fmla="*/ 2147483646 w 192"/>
                <a:gd name="T83" fmla="*/ 2147483646 h 192"/>
                <a:gd name="T84" fmla="*/ 2147483646 w 192"/>
                <a:gd name="T85" fmla="*/ 0 h 192"/>
                <a:gd name="T86" fmla="*/ 2147483646 w 192"/>
                <a:gd name="T87" fmla="*/ 0 h 192"/>
                <a:gd name="T88" fmla="*/ 2147483646 w 192"/>
                <a:gd name="T89" fmla="*/ 0 h 19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92"/>
                <a:gd name="T136" fmla="*/ 0 h 192"/>
                <a:gd name="T137" fmla="*/ 192 w 192"/>
                <a:gd name="T138" fmla="*/ 192 h 19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92" h="192">
                  <a:moveTo>
                    <a:pt x="96" y="0"/>
                  </a:moveTo>
                  <a:lnTo>
                    <a:pt x="96" y="0"/>
                  </a:lnTo>
                  <a:lnTo>
                    <a:pt x="111" y="0"/>
                  </a:lnTo>
                  <a:lnTo>
                    <a:pt x="126" y="0"/>
                  </a:lnTo>
                  <a:lnTo>
                    <a:pt x="126" y="15"/>
                  </a:lnTo>
                  <a:lnTo>
                    <a:pt x="144" y="15"/>
                  </a:lnTo>
                  <a:lnTo>
                    <a:pt x="159" y="15"/>
                  </a:lnTo>
                  <a:lnTo>
                    <a:pt x="159" y="32"/>
                  </a:lnTo>
                  <a:lnTo>
                    <a:pt x="174" y="32"/>
                  </a:lnTo>
                  <a:lnTo>
                    <a:pt x="174" y="48"/>
                  </a:lnTo>
                  <a:lnTo>
                    <a:pt x="192" y="63"/>
                  </a:lnTo>
                  <a:lnTo>
                    <a:pt x="192" y="78"/>
                  </a:lnTo>
                  <a:lnTo>
                    <a:pt x="192" y="96"/>
                  </a:lnTo>
                  <a:lnTo>
                    <a:pt x="192" y="111"/>
                  </a:lnTo>
                  <a:lnTo>
                    <a:pt x="192" y="127"/>
                  </a:lnTo>
                  <a:lnTo>
                    <a:pt x="174" y="144"/>
                  </a:lnTo>
                  <a:lnTo>
                    <a:pt x="174" y="159"/>
                  </a:lnTo>
                  <a:lnTo>
                    <a:pt x="159" y="159"/>
                  </a:lnTo>
                  <a:lnTo>
                    <a:pt x="159" y="175"/>
                  </a:lnTo>
                  <a:lnTo>
                    <a:pt x="144" y="175"/>
                  </a:lnTo>
                  <a:lnTo>
                    <a:pt x="126" y="175"/>
                  </a:lnTo>
                  <a:lnTo>
                    <a:pt x="126" y="192"/>
                  </a:lnTo>
                  <a:lnTo>
                    <a:pt x="111" y="192"/>
                  </a:lnTo>
                  <a:lnTo>
                    <a:pt x="96" y="192"/>
                  </a:lnTo>
                  <a:lnTo>
                    <a:pt x="78" y="192"/>
                  </a:lnTo>
                  <a:lnTo>
                    <a:pt x="63" y="192"/>
                  </a:lnTo>
                  <a:lnTo>
                    <a:pt x="63" y="175"/>
                  </a:lnTo>
                  <a:lnTo>
                    <a:pt x="48" y="175"/>
                  </a:lnTo>
                  <a:lnTo>
                    <a:pt x="30" y="175"/>
                  </a:lnTo>
                  <a:lnTo>
                    <a:pt x="30" y="159"/>
                  </a:lnTo>
                  <a:lnTo>
                    <a:pt x="15" y="159"/>
                  </a:lnTo>
                  <a:lnTo>
                    <a:pt x="15" y="144"/>
                  </a:lnTo>
                  <a:lnTo>
                    <a:pt x="0" y="127"/>
                  </a:lnTo>
                  <a:lnTo>
                    <a:pt x="0" y="111"/>
                  </a:lnTo>
                  <a:lnTo>
                    <a:pt x="0" y="96"/>
                  </a:lnTo>
                  <a:lnTo>
                    <a:pt x="0" y="78"/>
                  </a:lnTo>
                  <a:lnTo>
                    <a:pt x="0" y="63"/>
                  </a:lnTo>
                  <a:lnTo>
                    <a:pt x="15" y="48"/>
                  </a:lnTo>
                  <a:lnTo>
                    <a:pt x="15" y="32"/>
                  </a:lnTo>
                  <a:lnTo>
                    <a:pt x="30" y="32"/>
                  </a:lnTo>
                  <a:lnTo>
                    <a:pt x="30" y="15"/>
                  </a:lnTo>
                  <a:lnTo>
                    <a:pt x="48" y="15"/>
                  </a:lnTo>
                  <a:lnTo>
                    <a:pt x="63" y="15"/>
                  </a:lnTo>
                  <a:lnTo>
                    <a:pt x="63" y="0"/>
                  </a:lnTo>
                  <a:lnTo>
                    <a:pt x="78" y="0"/>
                  </a:lnTo>
                  <a:lnTo>
                    <a:pt x="96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68" name="Rectangle 153">
              <a:extLst>
                <a:ext uri="{FF2B5EF4-FFF2-40B4-BE49-F238E27FC236}">
                  <a16:creationId xmlns:a16="http://schemas.microsoft.com/office/drawing/2014/main" id="{931EC557-7063-BF4F-9766-FC15DA437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4750" y="4839707"/>
              <a:ext cx="125412" cy="1254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69" name="Freeform 154">
              <a:extLst>
                <a:ext uri="{FF2B5EF4-FFF2-40B4-BE49-F238E27FC236}">
                  <a16:creationId xmlns:a16="http://schemas.microsoft.com/office/drawing/2014/main" id="{DE50DBBA-6BD3-F84C-97DA-D4282A0D7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4750" y="4839707"/>
              <a:ext cx="1587" cy="112713"/>
            </a:xfrm>
            <a:custGeom>
              <a:avLst/>
              <a:gdLst>
                <a:gd name="T0" fmla="*/ 0 w 1587"/>
                <a:gd name="T1" fmla="*/ 0 h 91"/>
                <a:gd name="T2" fmla="*/ 0 w 1587"/>
                <a:gd name="T3" fmla="*/ 2147483646 h 91"/>
                <a:gd name="T4" fmla="*/ 0 w 1587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7"/>
                <a:gd name="T10" fmla="*/ 0 h 91"/>
                <a:gd name="T11" fmla="*/ 1587 w 1587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70" name="Freeform 155">
              <a:extLst>
                <a:ext uri="{FF2B5EF4-FFF2-40B4-BE49-F238E27FC236}">
                  <a16:creationId xmlns:a16="http://schemas.microsoft.com/office/drawing/2014/main" id="{82D5146B-1F76-9842-B44F-3F9A84BFF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4750" y="4942895"/>
              <a:ext cx="114300" cy="0"/>
            </a:xfrm>
            <a:custGeom>
              <a:avLst/>
              <a:gdLst>
                <a:gd name="T0" fmla="*/ 0 w 91"/>
                <a:gd name="T1" fmla="*/ 2147483646 w 91"/>
                <a:gd name="T2" fmla="*/ 2147483646 w 91"/>
                <a:gd name="T3" fmla="*/ 0 60000 65536"/>
                <a:gd name="T4" fmla="*/ 0 60000 65536"/>
                <a:gd name="T5" fmla="*/ 0 60000 65536"/>
                <a:gd name="T6" fmla="*/ 0 w 91"/>
                <a:gd name="T7" fmla="*/ 91 w 91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91">
                  <a:moveTo>
                    <a:pt x="0" y="0"/>
                  </a:moveTo>
                  <a:lnTo>
                    <a:pt x="83" y="0"/>
                  </a:lnTo>
                  <a:lnTo>
                    <a:pt x="91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71" name="Freeform 156">
              <a:extLst>
                <a:ext uri="{FF2B5EF4-FFF2-40B4-BE49-F238E27FC236}">
                  <a16:creationId xmlns:a16="http://schemas.microsoft.com/office/drawing/2014/main" id="{16A43FE2-E06F-A447-8FA2-A68ADA779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7937" y="4828595"/>
              <a:ext cx="1588" cy="114300"/>
            </a:xfrm>
            <a:custGeom>
              <a:avLst/>
              <a:gdLst>
                <a:gd name="T0" fmla="*/ 0 w 1588"/>
                <a:gd name="T1" fmla="*/ 2147483646 h 92"/>
                <a:gd name="T2" fmla="*/ 0 w 1588"/>
                <a:gd name="T3" fmla="*/ 2147483646 h 92"/>
                <a:gd name="T4" fmla="*/ 0 w 1588"/>
                <a:gd name="T5" fmla="*/ 0 h 92"/>
                <a:gd name="T6" fmla="*/ 0 60000 65536"/>
                <a:gd name="T7" fmla="*/ 0 60000 65536"/>
                <a:gd name="T8" fmla="*/ 0 60000 65536"/>
                <a:gd name="T9" fmla="*/ 0 w 1588"/>
                <a:gd name="T10" fmla="*/ 0 h 92"/>
                <a:gd name="T11" fmla="*/ 1588 w 1588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72" name="Freeform 157">
              <a:extLst>
                <a:ext uri="{FF2B5EF4-FFF2-40B4-BE49-F238E27FC236}">
                  <a16:creationId xmlns:a16="http://schemas.microsoft.com/office/drawing/2014/main" id="{14C491C7-EEE6-CB44-89BB-474AB502C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3637" y="4839707"/>
              <a:ext cx="114300" cy="1588"/>
            </a:xfrm>
            <a:custGeom>
              <a:avLst/>
              <a:gdLst>
                <a:gd name="T0" fmla="*/ 2147483646 w 92"/>
                <a:gd name="T1" fmla="*/ 0 h 1588"/>
                <a:gd name="T2" fmla="*/ 2147483646 w 92"/>
                <a:gd name="T3" fmla="*/ 0 h 1588"/>
                <a:gd name="T4" fmla="*/ 0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92" y="0"/>
                  </a:move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73" name="Rectangle 158">
              <a:extLst>
                <a:ext uri="{FF2B5EF4-FFF2-40B4-BE49-F238E27FC236}">
                  <a16:creationId xmlns:a16="http://schemas.microsoft.com/office/drawing/2014/main" id="{06BAE3D1-D8C7-E649-9591-597321DB4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962" y="5036557"/>
              <a:ext cx="125413" cy="1254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74" name="Freeform 159">
              <a:extLst>
                <a:ext uri="{FF2B5EF4-FFF2-40B4-BE49-F238E27FC236}">
                  <a16:creationId xmlns:a16="http://schemas.microsoft.com/office/drawing/2014/main" id="{153C5BAB-BE79-B742-8016-AF0AEE200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962" y="5036557"/>
              <a:ext cx="1588" cy="112713"/>
            </a:xfrm>
            <a:custGeom>
              <a:avLst/>
              <a:gdLst>
                <a:gd name="T0" fmla="*/ 0 w 1588"/>
                <a:gd name="T1" fmla="*/ 0 h 91"/>
                <a:gd name="T2" fmla="*/ 0 w 1588"/>
                <a:gd name="T3" fmla="*/ 2147483646 h 91"/>
                <a:gd name="T4" fmla="*/ 0 w 1588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8"/>
                <a:gd name="T10" fmla="*/ 0 h 91"/>
                <a:gd name="T11" fmla="*/ 1588 w 1588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75" name="Freeform 160">
              <a:extLst>
                <a:ext uri="{FF2B5EF4-FFF2-40B4-BE49-F238E27FC236}">
                  <a16:creationId xmlns:a16="http://schemas.microsoft.com/office/drawing/2014/main" id="{0F8B470B-66CF-1140-818F-F45AD5E97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962" y="5139745"/>
              <a:ext cx="114300" cy="1587"/>
            </a:xfrm>
            <a:custGeom>
              <a:avLst/>
              <a:gdLst>
                <a:gd name="T0" fmla="*/ 0 w 92"/>
                <a:gd name="T1" fmla="*/ 0 h 1587"/>
                <a:gd name="T2" fmla="*/ 2147483646 w 92"/>
                <a:gd name="T3" fmla="*/ 0 h 1587"/>
                <a:gd name="T4" fmla="*/ 2147483646 w 92"/>
                <a:gd name="T5" fmla="*/ 0 h 1587"/>
                <a:gd name="T6" fmla="*/ 0 60000 65536"/>
                <a:gd name="T7" fmla="*/ 0 60000 65536"/>
                <a:gd name="T8" fmla="*/ 0 60000 65536"/>
                <a:gd name="T9" fmla="*/ 0 w 92"/>
                <a:gd name="T10" fmla="*/ 0 h 1587"/>
                <a:gd name="T11" fmla="*/ 92 w 92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7">
                  <a:moveTo>
                    <a:pt x="0" y="0"/>
                  </a:moveTo>
                  <a:lnTo>
                    <a:pt x="84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76" name="Freeform 161">
              <a:extLst>
                <a:ext uri="{FF2B5EF4-FFF2-40B4-BE49-F238E27FC236}">
                  <a16:creationId xmlns:a16="http://schemas.microsoft.com/office/drawing/2014/main" id="{0C1FD236-D6DF-1E41-8CD0-3C4801065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4150" y="5025445"/>
              <a:ext cx="1587" cy="114300"/>
            </a:xfrm>
            <a:custGeom>
              <a:avLst/>
              <a:gdLst>
                <a:gd name="T0" fmla="*/ 0 w 1587"/>
                <a:gd name="T1" fmla="*/ 2147483646 h 92"/>
                <a:gd name="T2" fmla="*/ 0 w 1587"/>
                <a:gd name="T3" fmla="*/ 2147483646 h 92"/>
                <a:gd name="T4" fmla="*/ 0 w 1587"/>
                <a:gd name="T5" fmla="*/ 0 h 92"/>
                <a:gd name="T6" fmla="*/ 0 60000 65536"/>
                <a:gd name="T7" fmla="*/ 0 60000 65536"/>
                <a:gd name="T8" fmla="*/ 0 60000 65536"/>
                <a:gd name="T9" fmla="*/ 0 w 1587"/>
                <a:gd name="T10" fmla="*/ 0 h 92"/>
                <a:gd name="T11" fmla="*/ 1587 w 1587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77" name="Freeform 162">
              <a:extLst>
                <a:ext uri="{FF2B5EF4-FFF2-40B4-BE49-F238E27FC236}">
                  <a16:creationId xmlns:a16="http://schemas.microsoft.com/office/drawing/2014/main" id="{DF252FEC-47E6-A941-8E63-2F0115600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9850" y="5036557"/>
              <a:ext cx="114300" cy="1588"/>
            </a:xfrm>
            <a:custGeom>
              <a:avLst/>
              <a:gdLst>
                <a:gd name="T0" fmla="*/ 2147483646 w 92"/>
                <a:gd name="T1" fmla="*/ 0 h 1588"/>
                <a:gd name="T2" fmla="*/ 2147483646 w 92"/>
                <a:gd name="T3" fmla="*/ 0 h 1588"/>
                <a:gd name="T4" fmla="*/ 0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92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78" name="Rectangle 163">
              <a:extLst>
                <a:ext uri="{FF2B5EF4-FFF2-40B4-BE49-F238E27FC236}">
                  <a16:creationId xmlns:a16="http://schemas.microsoft.com/office/drawing/2014/main" id="{E43BE148-D7E6-014B-8861-4BCADBFF6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6700" y="5265157"/>
              <a:ext cx="125412" cy="1254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79" name="Freeform 164">
              <a:extLst>
                <a:ext uri="{FF2B5EF4-FFF2-40B4-BE49-F238E27FC236}">
                  <a16:creationId xmlns:a16="http://schemas.microsoft.com/office/drawing/2014/main" id="{F6287A34-9706-1E4E-81A2-1E4B7E519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6700" y="5265157"/>
              <a:ext cx="1587" cy="112713"/>
            </a:xfrm>
            <a:custGeom>
              <a:avLst/>
              <a:gdLst>
                <a:gd name="T0" fmla="*/ 0 w 1587"/>
                <a:gd name="T1" fmla="*/ 0 h 91"/>
                <a:gd name="T2" fmla="*/ 0 w 1587"/>
                <a:gd name="T3" fmla="*/ 2147483646 h 91"/>
                <a:gd name="T4" fmla="*/ 0 w 1587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7"/>
                <a:gd name="T10" fmla="*/ 0 h 91"/>
                <a:gd name="T11" fmla="*/ 1587 w 1587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80" name="Freeform 165">
              <a:extLst>
                <a:ext uri="{FF2B5EF4-FFF2-40B4-BE49-F238E27FC236}">
                  <a16:creationId xmlns:a16="http://schemas.microsoft.com/office/drawing/2014/main" id="{60E320D8-6C82-F441-AC33-76907F4EC2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6700" y="5366757"/>
              <a:ext cx="114300" cy="1588"/>
            </a:xfrm>
            <a:custGeom>
              <a:avLst/>
              <a:gdLst>
                <a:gd name="T0" fmla="*/ 0 w 92"/>
                <a:gd name="T1" fmla="*/ 0 h 1588"/>
                <a:gd name="T2" fmla="*/ 2147483646 w 92"/>
                <a:gd name="T3" fmla="*/ 0 h 1588"/>
                <a:gd name="T4" fmla="*/ 2147483646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0" y="0"/>
                  </a:moveTo>
                  <a:lnTo>
                    <a:pt x="84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81" name="Freeform 166">
              <a:extLst>
                <a:ext uri="{FF2B5EF4-FFF2-40B4-BE49-F238E27FC236}">
                  <a16:creationId xmlns:a16="http://schemas.microsoft.com/office/drawing/2014/main" id="{09ECB8BF-407D-6F47-A9CA-967F590E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1475" y="5254045"/>
              <a:ext cx="0" cy="112712"/>
            </a:xfrm>
            <a:custGeom>
              <a:avLst/>
              <a:gdLst>
                <a:gd name="T0" fmla="*/ 2147483646 h 92"/>
                <a:gd name="T1" fmla="*/ 2147483646 h 92"/>
                <a:gd name="T2" fmla="*/ 0 h 92"/>
                <a:gd name="T3" fmla="*/ 0 60000 65536"/>
                <a:gd name="T4" fmla="*/ 0 60000 65536"/>
                <a:gd name="T5" fmla="*/ 0 60000 65536"/>
                <a:gd name="T6" fmla="*/ 0 h 92"/>
                <a:gd name="T7" fmla="*/ 92 h 92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T6" r="0" b="T7"/>
              <a:pathLst>
                <a:path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82" name="Freeform 167">
              <a:extLst>
                <a:ext uri="{FF2B5EF4-FFF2-40B4-BE49-F238E27FC236}">
                  <a16:creationId xmlns:a16="http://schemas.microsoft.com/office/drawing/2014/main" id="{9C6EE922-0F51-F848-9F4D-290712AAC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7175" y="5265157"/>
              <a:ext cx="114300" cy="1588"/>
            </a:xfrm>
            <a:custGeom>
              <a:avLst/>
              <a:gdLst>
                <a:gd name="T0" fmla="*/ 2147483646 w 92"/>
                <a:gd name="T1" fmla="*/ 0 h 1588"/>
                <a:gd name="T2" fmla="*/ 2147483646 w 92"/>
                <a:gd name="T3" fmla="*/ 0 h 1588"/>
                <a:gd name="T4" fmla="*/ 0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92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83" name="Rectangle 168">
              <a:extLst>
                <a:ext uri="{FF2B5EF4-FFF2-40B4-BE49-F238E27FC236}">
                  <a16:creationId xmlns:a16="http://schemas.microsoft.com/office/drawing/2014/main" id="{1D68BC15-0614-9D4C-BA16-A649402A9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2912" y="5315957"/>
              <a:ext cx="125413" cy="1254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84" name="Freeform 169">
              <a:extLst>
                <a:ext uri="{FF2B5EF4-FFF2-40B4-BE49-F238E27FC236}">
                  <a16:creationId xmlns:a16="http://schemas.microsoft.com/office/drawing/2014/main" id="{D60121DC-91C3-4E43-A8AF-8A47F1073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2912" y="5315957"/>
              <a:ext cx="1588" cy="114300"/>
            </a:xfrm>
            <a:custGeom>
              <a:avLst/>
              <a:gdLst>
                <a:gd name="T0" fmla="*/ 0 w 1588"/>
                <a:gd name="T1" fmla="*/ 0 h 92"/>
                <a:gd name="T2" fmla="*/ 0 w 1588"/>
                <a:gd name="T3" fmla="*/ 2147483646 h 92"/>
                <a:gd name="T4" fmla="*/ 0 w 1588"/>
                <a:gd name="T5" fmla="*/ 2147483646 h 92"/>
                <a:gd name="T6" fmla="*/ 0 60000 65536"/>
                <a:gd name="T7" fmla="*/ 0 60000 65536"/>
                <a:gd name="T8" fmla="*/ 0 60000 65536"/>
                <a:gd name="T9" fmla="*/ 0 w 1588"/>
                <a:gd name="T10" fmla="*/ 0 h 92"/>
                <a:gd name="T11" fmla="*/ 1588 w 1588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2">
                  <a:moveTo>
                    <a:pt x="0" y="0"/>
                  </a:moveTo>
                  <a:lnTo>
                    <a:pt x="0" y="84"/>
                  </a:lnTo>
                  <a:lnTo>
                    <a:pt x="0" y="92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85" name="Freeform 170">
              <a:extLst>
                <a:ext uri="{FF2B5EF4-FFF2-40B4-BE49-F238E27FC236}">
                  <a16:creationId xmlns:a16="http://schemas.microsoft.com/office/drawing/2014/main" id="{91040513-EF98-0E44-9986-4897B8C4B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2912" y="5420732"/>
              <a:ext cx="114300" cy="1588"/>
            </a:xfrm>
            <a:custGeom>
              <a:avLst/>
              <a:gdLst>
                <a:gd name="T0" fmla="*/ 0 w 92"/>
                <a:gd name="T1" fmla="*/ 0 h 1588"/>
                <a:gd name="T2" fmla="*/ 2147483646 w 92"/>
                <a:gd name="T3" fmla="*/ 0 h 1588"/>
                <a:gd name="T4" fmla="*/ 2147483646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0" y="0"/>
                  </a:moveTo>
                  <a:lnTo>
                    <a:pt x="83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86" name="Freeform 171">
              <a:extLst>
                <a:ext uri="{FF2B5EF4-FFF2-40B4-BE49-F238E27FC236}">
                  <a16:creationId xmlns:a16="http://schemas.microsoft.com/office/drawing/2014/main" id="{EF1EDACC-F1E2-A943-9174-E6B4FF9E7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7687" y="5304845"/>
              <a:ext cx="0" cy="115887"/>
            </a:xfrm>
            <a:custGeom>
              <a:avLst/>
              <a:gdLst>
                <a:gd name="T0" fmla="*/ 2147483646 h 92"/>
                <a:gd name="T1" fmla="*/ 2147483646 h 92"/>
                <a:gd name="T2" fmla="*/ 0 h 92"/>
                <a:gd name="T3" fmla="*/ 0 60000 65536"/>
                <a:gd name="T4" fmla="*/ 0 60000 65536"/>
                <a:gd name="T5" fmla="*/ 0 60000 65536"/>
                <a:gd name="T6" fmla="*/ 0 h 92"/>
                <a:gd name="T7" fmla="*/ 92 h 92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T6" r="0" b="T7"/>
              <a:pathLst>
                <a:path h="92">
                  <a:moveTo>
                    <a:pt x="0" y="92"/>
                  </a:move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87" name="Freeform 172">
              <a:extLst>
                <a:ext uri="{FF2B5EF4-FFF2-40B4-BE49-F238E27FC236}">
                  <a16:creationId xmlns:a16="http://schemas.microsoft.com/office/drawing/2014/main" id="{5DC0606E-D883-F843-B5F3-2169666D3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3387" y="5315957"/>
              <a:ext cx="114300" cy="1588"/>
            </a:xfrm>
            <a:custGeom>
              <a:avLst/>
              <a:gdLst>
                <a:gd name="T0" fmla="*/ 2147483646 w 91"/>
                <a:gd name="T1" fmla="*/ 0 h 1588"/>
                <a:gd name="T2" fmla="*/ 2147483646 w 91"/>
                <a:gd name="T3" fmla="*/ 0 h 1588"/>
                <a:gd name="T4" fmla="*/ 0 w 91"/>
                <a:gd name="T5" fmla="*/ 0 h 1588"/>
                <a:gd name="T6" fmla="*/ 0 60000 65536"/>
                <a:gd name="T7" fmla="*/ 0 60000 65536"/>
                <a:gd name="T8" fmla="*/ 0 60000 65536"/>
                <a:gd name="T9" fmla="*/ 0 w 91"/>
                <a:gd name="T10" fmla="*/ 0 h 1588"/>
                <a:gd name="T11" fmla="*/ 91 w 91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1588">
                  <a:moveTo>
                    <a:pt x="91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88" name="Rectangle 173">
              <a:extLst>
                <a:ext uri="{FF2B5EF4-FFF2-40B4-BE49-F238E27FC236}">
                  <a16:creationId xmlns:a16="http://schemas.microsoft.com/office/drawing/2014/main" id="{330FB4BC-39AA-7C4D-83FC-1F11684C7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9125" y="5295320"/>
              <a:ext cx="125412" cy="127000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89" name="Freeform 174">
              <a:extLst>
                <a:ext uri="{FF2B5EF4-FFF2-40B4-BE49-F238E27FC236}">
                  <a16:creationId xmlns:a16="http://schemas.microsoft.com/office/drawing/2014/main" id="{99E2FF58-B0B9-774C-8DAA-2B98D2D3F53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125" y="5295320"/>
              <a:ext cx="1587" cy="114300"/>
            </a:xfrm>
            <a:custGeom>
              <a:avLst/>
              <a:gdLst>
                <a:gd name="T0" fmla="*/ 0 w 1587"/>
                <a:gd name="T1" fmla="*/ 0 h 91"/>
                <a:gd name="T2" fmla="*/ 0 w 1587"/>
                <a:gd name="T3" fmla="*/ 2147483646 h 91"/>
                <a:gd name="T4" fmla="*/ 0 w 1587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7"/>
                <a:gd name="T10" fmla="*/ 0 h 91"/>
                <a:gd name="T11" fmla="*/ 1587 w 1587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90" name="Freeform 175">
              <a:extLst>
                <a:ext uri="{FF2B5EF4-FFF2-40B4-BE49-F238E27FC236}">
                  <a16:creationId xmlns:a16="http://schemas.microsoft.com/office/drawing/2014/main" id="{38C30D41-8C09-C54C-B71B-EBDCB7F64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125" y="5398507"/>
              <a:ext cx="114300" cy="1588"/>
            </a:xfrm>
            <a:custGeom>
              <a:avLst/>
              <a:gdLst>
                <a:gd name="T0" fmla="*/ 0 w 91"/>
                <a:gd name="T1" fmla="*/ 0 h 1588"/>
                <a:gd name="T2" fmla="*/ 2147483646 w 91"/>
                <a:gd name="T3" fmla="*/ 0 h 1588"/>
                <a:gd name="T4" fmla="*/ 2147483646 w 91"/>
                <a:gd name="T5" fmla="*/ 0 h 1588"/>
                <a:gd name="T6" fmla="*/ 0 60000 65536"/>
                <a:gd name="T7" fmla="*/ 0 60000 65536"/>
                <a:gd name="T8" fmla="*/ 0 60000 65536"/>
                <a:gd name="T9" fmla="*/ 0 w 91"/>
                <a:gd name="T10" fmla="*/ 0 h 1588"/>
                <a:gd name="T11" fmla="*/ 91 w 91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1588">
                  <a:moveTo>
                    <a:pt x="0" y="0"/>
                  </a:moveTo>
                  <a:lnTo>
                    <a:pt x="83" y="0"/>
                  </a:lnTo>
                  <a:lnTo>
                    <a:pt x="91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91" name="Freeform 176">
              <a:extLst>
                <a:ext uri="{FF2B5EF4-FFF2-40B4-BE49-F238E27FC236}">
                  <a16:creationId xmlns:a16="http://schemas.microsoft.com/office/drawing/2014/main" id="{597522C9-96FB-1241-9BD8-68ACF3711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3900" y="5284207"/>
              <a:ext cx="0" cy="114300"/>
            </a:xfrm>
            <a:custGeom>
              <a:avLst/>
              <a:gdLst>
                <a:gd name="T0" fmla="*/ 2147483646 h 92"/>
                <a:gd name="T1" fmla="*/ 2147483646 h 92"/>
                <a:gd name="T2" fmla="*/ 0 h 92"/>
                <a:gd name="T3" fmla="*/ 0 60000 65536"/>
                <a:gd name="T4" fmla="*/ 0 60000 65536"/>
                <a:gd name="T5" fmla="*/ 0 60000 65536"/>
                <a:gd name="T6" fmla="*/ 0 h 92"/>
                <a:gd name="T7" fmla="*/ 92 h 92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T6" r="0" b="T7"/>
              <a:pathLst>
                <a:path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92" name="Freeform 177">
              <a:extLst>
                <a:ext uri="{FF2B5EF4-FFF2-40B4-BE49-F238E27FC236}">
                  <a16:creationId xmlns:a16="http://schemas.microsoft.com/office/drawing/2014/main" id="{F286B498-6763-F847-BBA9-38C4AC5F5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9600" y="5295320"/>
              <a:ext cx="114300" cy="1587"/>
            </a:xfrm>
            <a:custGeom>
              <a:avLst/>
              <a:gdLst>
                <a:gd name="T0" fmla="*/ 2147483646 w 92"/>
                <a:gd name="T1" fmla="*/ 0 h 1587"/>
                <a:gd name="T2" fmla="*/ 2147483646 w 92"/>
                <a:gd name="T3" fmla="*/ 0 h 1587"/>
                <a:gd name="T4" fmla="*/ 0 w 92"/>
                <a:gd name="T5" fmla="*/ 0 h 1587"/>
                <a:gd name="T6" fmla="*/ 0 60000 65536"/>
                <a:gd name="T7" fmla="*/ 0 60000 65536"/>
                <a:gd name="T8" fmla="*/ 0 60000 65536"/>
                <a:gd name="T9" fmla="*/ 0 w 92"/>
                <a:gd name="T10" fmla="*/ 0 h 1587"/>
                <a:gd name="T11" fmla="*/ 92 w 92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7">
                  <a:moveTo>
                    <a:pt x="92" y="0"/>
                  </a:move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93" name="Rectangle 178">
              <a:extLst>
                <a:ext uri="{FF2B5EF4-FFF2-40B4-BE49-F238E27FC236}">
                  <a16:creationId xmlns:a16="http://schemas.microsoft.com/office/drawing/2014/main" id="{991417ED-6931-F548-B59B-6851AF30C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5337" y="5409620"/>
              <a:ext cx="125413" cy="125412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94" name="Freeform 179">
              <a:extLst>
                <a:ext uri="{FF2B5EF4-FFF2-40B4-BE49-F238E27FC236}">
                  <a16:creationId xmlns:a16="http://schemas.microsoft.com/office/drawing/2014/main" id="{10B6792A-7AC2-FE4A-BACC-37FD204F4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337" y="5409620"/>
              <a:ext cx="1588" cy="112712"/>
            </a:xfrm>
            <a:custGeom>
              <a:avLst/>
              <a:gdLst>
                <a:gd name="T0" fmla="*/ 0 w 1588"/>
                <a:gd name="T1" fmla="*/ 0 h 92"/>
                <a:gd name="T2" fmla="*/ 0 w 1588"/>
                <a:gd name="T3" fmla="*/ 2147483646 h 92"/>
                <a:gd name="T4" fmla="*/ 0 w 1588"/>
                <a:gd name="T5" fmla="*/ 2147483646 h 92"/>
                <a:gd name="T6" fmla="*/ 0 60000 65536"/>
                <a:gd name="T7" fmla="*/ 0 60000 65536"/>
                <a:gd name="T8" fmla="*/ 0 60000 65536"/>
                <a:gd name="T9" fmla="*/ 0 w 1588"/>
                <a:gd name="T10" fmla="*/ 0 h 92"/>
                <a:gd name="T11" fmla="*/ 1588 w 1588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2">
                  <a:moveTo>
                    <a:pt x="0" y="0"/>
                  </a:moveTo>
                  <a:lnTo>
                    <a:pt x="0" y="83"/>
                  </a:lnTo>
                  <a:lnTo>
                    <a:pt x="0" y="92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95" name="Freeform 180">
              <a:extLst>
                <a:ext uri="{FF2B5EF4-FFF2-40B4-BE49-F238E27FC236}">
                  <a16:creationId xmlns:a16="http://schemas.microsoft.com/office/drawing/2014/main" id="{D672B233-42D3-614B-BBE2-B33A5F473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337" y="5512807"/>
              <a:ext cx="114300" cy="1588"/>
            </a:xfrm>
            <a:custGeom>
              <a:avLst/>
              <a:gdLst>
                <a:gd name="T0" fmla="*/ 0 w 92"/>
                <a:gd name="T1" fmla="*/ 0 h 1588"/>
                <a:gd name="T2" fmla="*/ 2147483646 w 92"/>
                <a:gd name="T3" fmla="*/ 0 h 1588"/>
                <a:gd name="T4" fmla="*/ 2147483646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0" y="0"/>
                  </a:moveTo>
                  <a:lnTo>
                    <a:pt x="84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96" name="Freeform 181">
              <a:extLst>
                <a:ext uri="{FF2B5EF4-FFF2-40B4-BE49-F238E27FC236}">
                  <a16:creationId xmlns:a16="http://schemas.microsoft.com/office/drawing/2014/main" id="{7F7ADEB5-6FCE-BA48-8CAC-582B64466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0112" y="5398507"/>
              <a:ext cx="0" cy="114300"/>
            </a:xfrm>
            <a:custGeom>
              <a:avLst/>
              <a:gdLst>
                <a:gd name="T0" fmla="*/ 2147483646 h 91"/>
                <a:gd name="T1" fmla="*/ 2147483646 h 91"/>
                <a:gd name="T2" fmla="*/ 0 h 91"/>
                <a:gd name="T3" fmla="*/ 0 60000 65536"/>
                <a:gd name="T4" fmla="*/ 0 60000 65536"/>
                <a:gd name="T5" fmla="*/ 0 60000 65536"/>
                <a:gd name="T6" fmla="*/ 0 h 91"/>
                <a:gd name="T7" fmla="*/ 91 h 91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T6" r="0" b="T7"/>
              <a:pathLst>
                <a:path h="91">
                  <a:moveTo>
                    <a:pt x="0" y="91"/>
                  </a:move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97" name="Freeform 182">
              <a:extLst>
                <a:ext uri="{FF2B5EF4-FFF2-40B4-BE49-F238E27FC236}">
                  <a16:creationId xmlns:a16="http://schemas.microsoft.com/office/drawing/2014/main" id="{28744FFA-ADC4-194B-B948-AEC6B2C7A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5812" y="5409620"/>
              <a:ext cx="114300" cy="0"/>
            </a:xfrm>
            <a:custGeom>
              <a:avLst/>
              <a:gdLst>
                <a:gd name="T0" fmla="*/ 2147483646 w 92"/>
                <a:gd name="T1" fmla="*/ 2147483646 w 92"/>
                <a:gd name="T2" fmla="*/ 0 w 92"/>
                <a:gd name="T3" fmla="*/ 0 60000 65536"/>
                <a:gd name="T4" fmla="*/ 0 60000 65536"/>
                <a:gd name="T5" fmla="*/ 0 60000 65536"/>
                <a:gd name="T6" fmla="*/ 0 w 92"/>
                <a:gd name="T7" fmla="*/ 92 w 92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92">
                  <a:moveTo>
                    <a:pt x="92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598" name="Rectangle 183">
              <a:extLst>
                <a:ext uri="{FF2B5EF4-FFF2-40B4-BE49-F238E27FC236}">
                  <a16:creationId xmlns:a16="http://schemas.microsoft.com/office/drawing/2014/main" id="{BB8993E8-C140-424E-8BD8-CE121E315C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2662" y="5377870"/>
              <a:ext cx="125413" cy="125412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599" name="Freeform 184">
              <a:extLst>
                <a:ext uri="{FF2B5EF4-FFF2-40B4-BE49-F238E27FC236}">
                  <a16:creationId xmlns:a16="http://schemas.microsoft.com/office/drawing/2014/main" id="{3BDA3AE0-F545-C84A-AB82-02CB5AD7A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2662" y="5377870"/>
              <a:ext cx="1588" cy="114300"/>
            </a:xfrm>
            <a:custGeom>
              <a:avLst/>
              <a:gdLst>
                <a:gd name="T0" fmla="*/ 0 w 1588"/>
                <a:gd name="T1" fmla="*/ 0 h 92"/>
                <a:gd name="T2" fmla="*/ 0 w 1588"/>
                <a:gd name="T3" fmla="*/ 2147483646 h 92"/>
                <a:gd name="T4" fmla="*/ 0 w 1588"/>
                <a:gd name="T5" fmla="*/ 2147483646 h 92"/>
                <a:gd name="T6" fmla="*/ 0 60000 65536"/>
                <a:gd name="T7" fmla="*/ 0 60000 65536"/>
                <a:gd name="T8" fmla="*/ 0 60000 65536"/>
                <a:gd name="T9" fmla="*/ 0 w 1588"/>
                <a:gd name="T10" fmla="*/ 0 h 92"/>
                <a:gd name="T11" fmla="*/ 1588 w 1588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2">
                  <a:moveTo>
                    <a:pt x="0" y="0"/>
                  </a:moveTo>
                  <a:lnTo>
                    <a:pt x="0" y="83"/>
                  </a:lnTo>
                  <a:lnTo>
                    <a:pt x="0" y="92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00" name="Freeform 185">
              <a:extLst>
                <a:ext uri="{FF2B5EF4-FFF2-40B4-BE49-F238E27FC236}">
                  <a16:creationId xmlns:a16="http://schemas.microsoft.com/office/drawing/2014/main" id="{1802A7DD-C58D-5345-96EE-40A0C39D5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2662" y="5481057"/>
              <a:ext cx="114300" cy="1588"/>
            </a:xfrm>
            <a:custGeom>
              <a:avLst/>
              <a:gdLst>
                <a:gd name="T0" fmla="*/ 0 w 92"/>
                <a:gd name="T1" fmla="*/ 0 h 1588"/>
                <a:gd name="T2" fmla="*/ 2147483646 w 92"/>
                <a:gd name="T3" fmla="*/ 0 h 1588"/>
                <a:gd name="T4" fmla="*/ 2147483646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0" y="0"/>
                  </a:moveTo>
                  <a:lnTo>
                    <a:pt x="84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01" name="Freeform 186">
              <a:extLst>
                <a:ext uri="{FF2B5EF4-FFF2-40B4-BE49-F238E27FC236}">
                  <a16:creationId xmlns:a16="http://schemas.microsoft.com/office/drawing/2014/main" id="{50BA2586-86C7-2B4E-B494-FE02C45DF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5850" y="5366757"/>
              <a:ext cx="1587" cy="114300"/>
            </a:xfrm>
            <a:custGeom>
              <a:avLst/>
              <a:gdLst>
                <a:gd name="T0" fmla="*/ 0 w 1587"/>
                <a:gd name="T1" fmla="*/ 2147483646 h 91"/>
                <a:gd name="T2" fmla="*/ 0 w 1587"/>
                <a:gd name="T3" fmla="*/ 2147483646 h 91"/>
                <a:gd name="T4" fmla="*/ 0 w 1587"/>
                <a:gd name="T5" fmla="*/ 0 h 91"/>
                <a:gd name="T6" fmla="*/ 0 60000 65536"/>
                <a:gd name="T7" fmla="*/ 0 60000 65536"/>
                <a:gd name="T8" fmla="*/ 0 60000 65536"/>
                <a:gd name="T9" fmla="*/ 0 w 1587"/>
                <a:gd name="T10" fmla="*/ 0 h 91"/>
                <a:gd name="T11" fmla="*/ 1587 w 1587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1">
                  <a:moveTo>
                    <a:pt x="0" y="91"/>
                  </a:move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02" name="Freeform 187">
              <a:extLst>
                <a:ext uri="{FF2B5EF4-FFF2-40B4-BE49-F238E27FC236}">
                  <a16:creationId xmlns:a16="http://schemas.microsoft.com/office/drawing/2014/main" id="{9F01054F-2546-534E-86C0-399606331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1550" y="5377870"/>
              <a:ext cx="114300" cy="1587"/>
            </a:xfrm>
            <a:custGeom>
              <a:avLst/>
              <a:gdLst>
                <a:gd name="T0" fmla="*/ 2147483646 w 92"/>
                <a:gd name="T1" fmla="*/ 0 h 1587"/>
                <a:gd name="T2" fmla="*/ 2147483646 w 92"/>
                <a:gd name="T3" fmla="*/ 0 h 1587"/>
                <a:gd name="T4" fmla="*/ 0 w 92"/>
                <a:gd name="T5" fmla="*/ 0 h 1587"/>
                <a:gd name="T6" fmla="*/ 0 60000 65536"/>
                <a:gd name="T7" fmla="*/ 0 60000 65536"/>
                <a:gd name="T8" fmla="*/ 0 60000 65536"/>
                <a:gd name="T9" fmla="*/ 0 w 92"/>
                <a:gd name="T10" fmla="*/ 0 h 1587"/>
                <a:gd name="T11" fmla="*/ 92 w 92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7">
                  <a:moveTo>
                    <a:pt x="92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03" name="Rectangle 188">
              <a:extLst>
                <a:ext uri="{FF2B5EF4-FFF2-40B4-BE49-F238E27FC236}">
                  <a16:creationId xmlns:a16="http://schemas.microsoft.com/office/drawing/2014/main" id="{48A449A4-E96E-2148-AD6D-5F227E477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8875" y="5358820"/>
              <a:ext cx="125412" cy="1238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604" name="Freeform 189">
              <a:extLst>
                <a:ext uri="{FF2B5EF4-FFF2-40B4-BE49-F238E27FC236}">
                  <a16:creationId xmlns:a16="http://schemas.microsoft.com/office/drawing/2014/main" id="{7DEE17CC-AABE-4242-8629-4A7A7172C17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8875" y="5358820"/>
              <a:ext cx="1587" cy="112712"/>
            </a:xfrm>
            <a:custGeom>
              <a:avLst/>
              <a:gdLst>
                <a:gd name="T0" fmla="*/ 0 w 1587"/>
                <a:gd name="T1" fmla="*/ 0 h 91"/>
                <a:gd name="T2" fmla="*/ 0 w 1587"/>
                <a:gd name="T3" fmla="*/ 2147483646 h 91"/>
                <a:gd name="T4" fmla="*/ 0 w 1587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7"/>
                <a:gd name="T10" fmla="*/ 0 h 91"/>
                <a:gd name="T11" fmla="*/ 1587 w 1587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05" name="Freeform 190">
              <a:extLst>
                <a:ext uri="{FF2B5EF4-FFF2-40B4-BE49-F238E27FC236}">
                  <a16:creationId xmlns:a16="http://schemas.microsoft.com/office/drawing/2014/main" id="{1A6DD791-4352-C840-B0B9-5D6FC6955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8875" y="5460420"/>
              <a:ext cx="114300" cy="1587"/>
            </a:xfrm>
            <a:custGeom>
              <a:avLst/>
              <a:gdLst>
                <a:gd name="T0" fmla="*/ 0 w 92"/>
                <a:gd name="T1" fmla="*/ 0 h 1587"/>
                <a:gd name="T2" fmla="*/ 2147483646 w 92"/>
                <a:gd name="T3" fmla="*/ 0 h 1587"/>
                <a:gd name="T4" fmla="*/ 2147483646 w 92"/>
                <a:gd name="T5" fmla="*/ 0 h 1587"/>
                <a:gd name="T6" fmla="*/ 0 60000 65536"/>
                <a:gd name="T7" fmla="*/ 0 60000 65536"/>
                <a:gd name="T8" fmla="*/ 0 60000 65536"/>
                <a:gd name="T9" fmla="*/ 0 w 92"/>
                <a:gd name="T10" fmla="*/ 0 h 1587"/>
                <a:gd name="T11" fmla="*/ 92 w 92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7">
                  <a:moveTo>
                    <a:pt x="0" y="0"/>
                  </a:moveTo>
                  <a:lnTo>
                    <a:pt x="84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06" name="Freeform 191">
              <a:extLst>
                <a:ext uri="{FF2B5EF4-FFF2-40B4-BE49-F238E27FC236}">
                  <a16:creationId xmlns:a16="http://schemas.microsoft.com/office/drawing/2014/main" id="{5A163697-152A-354A-BBD2-B9381585A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2062" y="5346120"/>
              <a:ext cx="1588" cy="114300"/>
            </a:xfrm>
            <a:custGeom>
              <a:avLst/>
              <a:gdLst>
                <a:gd name="T0" fmla="*/ 0 w 1588"/>
                <a:gd name="T1" fmla="*/ 2147483646 h 92"/>
                <a:gd name="T2" fmla="*/ 0 w 1588"/>
                <a:gd name="T3" fmla="*/ 2147483646 h 92"/>
                <a:gd name="T4" fmla="*/ 0 w 1588"/>
                <a:gd name="T5" fmla="*/ 0 h 92"/>
                <a:gd name="T6" fmla="*/ 0 60000 65536"/>
                <a:gd name="T7" fmla="*/ 0 60000 65536"/>
                <a:gd name="T8" fmla="*/ 0 60000 65536"/>
                <a:gd name="T9" fmla="*/ 0 w 1588"/>
                <a:gd name="T10" fmla="*/ 0 h 92"/>
                <a:gd name="T11" fmla="*/ 1588 w 1588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07" name="Freeform 192">
              <a:extLst>
                <a:ext uri="{FF2B5EF4-FFF2-40B4-BE49-F238E27FC236}">
                  <a16:creationId xmlns:a16="http://schemas.microsoft.com/office/drawing/2014/main" id="{B9CABB7C-C536-6B44-8FEF-74F41D2C3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7762" y="5358820"/>
              <a:ext cx="114300" cy="0"/>
            </a:xfrm>
            <a:custGeom>
              <a:avLst/>
              <a:gdLst>
                <a:gd name="T0" fmla="*/ 2147483646 w 92"/>
                <a:gd name="T1" fmla="*/ 2147483646 w 92"/>
                <a:gd name="T2" fmla="*/ 0 w 92"/>
                <a:gd name="T3" fmla="*/ 0 60000 65536"/>
                <a:gd name="T4" fmla="*/ 0 60000 65536"/>
                <a:gd name="T5" fmla="*/ 0 60000 65536"/>
                <a:gd name="T6" fmla="*/ 0 w 92"/>
                <a:gd name="T7" fmla="*/ 92 w 92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92">
                  <a:moveTo>
                    <a:pt x="92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08" name="Rectangle 193">
              <a:extLst>
                <a:ext uri="{FF2B5EF4-FFF2-40B4-BE49-F238E27FC236}">
                  <a16:creationId xmlns:a16="http://schemas.microsoft.com/office/drawing/2014/main" id="{DE9BA45E-3467-F340-BDBE-D26296F24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5087" y="5223882"/>
              <a:ext cx="125413" cy="1238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609" name="Freeform 194">
              <a:extLst>
                <a:ext uri="{FF2B5EF4-FFF2-40B4-BE49-F238E27FC236}">
                  <a16:creationId xmlns:a16="http://schemas.microsoft.com/office/drawing/2014/main" id="{690DA161-1CAC-674F-88BB-A908A1995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087" y="5223882"/>
              <a:ext cx="1588" cy="112713"/>
            </a:xfrm>
            <a:custGeom>
              <a:avLst/>
              <a:gdLst>
                <a:gd name="T0" fmla="*/ 0 w 1588"/>
                <a:gd name="T1" fmla="*/ 0 h 91"/>
                <a:gd name="T2" fmla="*/ 0 w 1588"/>
                <a:gd name="T3" fmla="*/ 2147483646 h 91"/>
                <a:gd name="T4" fmla="*/ 0 w 1588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8"/>
                <a:gd name="T10" fmla="*/ 0 h 91"/>
                <a:gd name="T11" fmla="*/ 1588 w 1588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10" name="Freeform 195">
              <a:extLst>
                <a:ext uri="{FF2B5EF4-FFF2-40B4-BE49-F238E27FC236}">
                  <a16:creationId xmlns:a16="http://schemas.microsoft.com/office/drawing/2014/main" id="{95B79E94-6B41-D542-ABCC-274108439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087" y="5327070"/>
              <a:ext cx="114300" cy="1587"/>
            </a:xfrm>
            <a:custGeom>
              <a:avLst/>
              <a:gdLst>
                <a:gd name="T0" fmla="*/ 0 w 92"/>
                <a:gd name="T1" fmla="*/ 0 h 1587"/>
                <a:gd name="T2" fmla="*/ 2147483646 w 92"/>
                <a:gd name="T3" fmla="*/ 0 h 1587"/>
                <a:gd name="T4" fmla="*/ 2147483646 w 92"/>
                <a:gd name="T5" fmla="*/ 0 h 1587"/>
                <a:gd name="T6" fmla="*/ 0 60000 65536"/>
                <a:gd name="T7" fmla="*/ 0 60000 65536"/>
                <a:gd name="T8" fmla="*/ 0 60000 65536"/>
                <a:gd name="T9" fmla="*/ 0 w 92"/>
                <a:gd name="T10" fmla="*/ 0 h 1587"/>
                <a:gd name="T11" fmla="*/ 92 w 92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7">
                  <a:moveTo>
                    <a:pt x="0" y="0"/>
                  </a:moveTo>
                  <a:lnTo>
                    <a:pt x="83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11" name="Freeform 196">
              <a:extLst>
                <a:ext uri="{FF2B5EF4-FFF2-40B4-BE49-F238E27FC236}">
                  <a16:creationId xmlns:a16="http://schemas.microsoft.com/office/drawing/2014/main" id="{7F95F915-3FB3-D443-B5BF-178F12BC2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8275" y="5211182"/>
              <a:ext cx="1587" cy="115888"/>
            </a:xfrm>
            <a:custGeom>
              <a:avLst/>
              <a:gdLst>
                <a:gd name="T0" fmla="*/ 0 w 1587"/>
                <a:gd name="T1" fmla="*/ 2147483646 h 92"/>
                <a:gd name="T2" fmla="*/ 0 w 1587"/>
                <a:gd name="T3" fmla="*/ 2147483646 h 92"/>
                <a:gd name="T4" fmla="*/ 0 w 1587"/>
                <a:gd name="T5" fmla="*/ 0 h 92"/>
                <a:gd name="T6" fmla="*/ 0 60000 65536"/>
                <a:gd name="T7" fmla="*/ 0 60000 65536"/>
                <a:gd name="T8" fmla="*/ 0 60000 65536"/>
                <a:gd name="T9" fmla="*/ 0 w 1587"/>
                <a:gd name="T10" fmla="*/ 0 h 92"/>
                <a:gd name="T11" fmla="*/ 1587 w 1587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12" name="Rectangle 197">
              <a:extLst>
                <a:ext uri="{FF2B5EF4-FFF2-40B4-BE49-F238E27FC236}">
                  <a16:creationId xmlns:a16="http://schemas.microsoft.com/office/drawing/2014/main" id="{24F7CD64-85B4-4142-85E4-6B066EC6D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0825" y="4995282"/>
              <a:ext cx="127000" cy="1238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613" name="Freeform 198">
              <a:extLst>
                <a:ext uri="{FF2B5EF4-FFF2-40B4-BE49-F238E27FC236}">
                  <a16:creationId xmlns:a16="http://schemas.microsoft.com/office/drawing/2014/main" id="{18DC7B88-91E4-A94B-97D3-4E17D7267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0825" y="4995282"/>
              <a:ext cx="1587" cy="112713"/>
            </a:xfrm>
            <a:custGeom>
              <a:avLst/>
              <a:gdLst>
                <a:gd name="T0" fmla="*/ 0 w 1587"/>
                <a:gd name="T1" fmla="*/ 0 h 91"/>
                <a:gd name="T2" fmla="*/ 0 w 1587"/>
                <a:gd name="T3" fmla="*/ 2147483646 h 91"/>
                <a:gd name="T4" fmla="*/ 0 w 1587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7"/>
                <a:gd name="T10" fmla="*/ 0 h 91"/>
                <a:gd name="T11" fmla="*/ 1587 w 1587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14" name="Freeform 199">
              <a:extLst>
                <a:ext uri="{FF2B5EF4-FFF2-40B4-BE49-F238E27FC236}">
                  <a16:creationId xmlns:a16="http://schemas.microsoft.com/office/drawing/2014/main" id="{74E818E9-DDC1-674F-9A8C-B249563A1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0825" y="5098470"/>
              <a:ext cx="114300" cy="1587"/>
            </a:xfrm>
            <a:custGeom>
              <a:avLst/>
              <a:gdLst>
                <a:gd name="T0" fmla="*/ 0 w 92"/>
                <a:gd name="T1" fmla="*/ 0 h 1587"/>
                <a:gd name="T2" fmla="*/ 2147483646 w 92"/>
                <a:gd name="T3" fmla="*/ 0 h 1587"/>
                <a:gd name="T4" fmla="*/ 2147483646 w 92"/>
                <a:gd name="T5" fmla="*/ 0 h 1587"/>
                <a:gd name="T6" fmla="*/ 0 60000 65536"/>
                <a:gd name="T7" fmla="*/ 0 60000 65536"/>
                <a:gd name="T8" fmla="*/ 0 60000 65536"/>
                <a:gd name="T9" fmla="*/ 0 w 92"/>
                <a:gd name="T10" fmla="*/ 0 h 1587"/>
                <a:gd name="T11" fmla="*/ 92 w 92"/>
                <a:gd name="T12" fmla="*/ 1587 h 15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7">
                  <a:moveTo>
                    <a:pt x="0" y="0"/>
                  </a:moveTo>
                  <a:lnTo>
                    <a:pt x="83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15" name="Freeform 200">
              <a:extLst>
                <a:ext uri="{FF2B5EF4-FFF2-40B4-BE49-F238E27FC236}">
                  <a16:creationId xmlns:a16="http://schemas.microsoft.com/office/drawing/2014/main" id="{9934F1A4-4BC6-184C-85DD-721071BFE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5600" y="4984170"/>
              <a:ext cx="0" cy="114300"/>
            </a:xfrm>
            <a:custGeom>
              <a:avLst/>
              <a:gdLst>
                <a:gd name="T0" fmla="*/ 2147483646 h 92"/>
                <a:gd name="T1" fmla="*/ 2147483646 h 92"/>
                <a:gd name="T2" fmla="*/ 0 h 92"/>
                <a:gd name="T3" fmla="*/ 0 60000 65536"/>
                <a:gd name="T4" fmla="*/ 0 60000 65536"/>
                <a:gd name="T5" fmla="*/ 0 60000 65536"/>
                <a:gd name="T6" fmla="*/ 0 h 92"/>
                <a:gd name="T7" fmla="*/ 92 h 92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T6" r="0" b="T7"/>
              <a:pathLst>
                <a:path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16" name="Freeform 201">
              <a:extLst>
                <a:ext uri="{FF2B5EF4-FFF2-40B4-BE49-F238E27FC236}">
                  <a16:creationId xmlns:a16="http://schemas.microsoft.com/office/drawing/2014/main" id="{FE150FE3-7299-4345-8C6E-7C9417F4D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300" y="4995282"/>
              <a:ext cx="114300" cy="1588"/>
            </a:xfrm>
            <a:custGeom>
              <a:avLst/>
              <a:gdLst>
                <a:gd name="T0" fmla="*/ 2147483646 w 91"/>
                <a:gd name="T1" fmla="*/ 0 h 1588"/>
                <a:gd name="T2" fmla="*/ 2147483646 w 91"/>
                <a:gd name="T3" fmla="*/ 0 h 1588"/>
                <a:gd name="T4" fmla="*/ 0 w 91"/>
                <a:gd name="T5" fmla="*/ 0 h 1588"/>
                <a:gd name="T6" fmla="*/ 0 60000 65536"/>
                <a:gd name="T7" fmla="*/ 0 60000 65536"/>
                <a:gd name="T8" fmla="*/ 0 60000 65536"/>
                <a:gd name="T9" fmla="*/ 0 w 91"/>
                <a:gd name="T10" fmla="*/ 0 h 1588"/>
                <a:gd name="T11" fmla="*/ 91 w 91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1588">
                  <a:moveTo>
                    <a:pt x="91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17" name="Rectangle 202">
              <a:extLst>
                <a:ext uri="{FF2B5EF4-FFF2-40B4-BE49-F238E27FC236}">
                  <a16:creationId xmlns:a16="http://schemas.microsoft.com/office/drawing/2014/main" id="{C71BC26F-B3A0-6744-815D-7F1CECA916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7037" y="4963532"/>
              <a:ext cx="127000" cy="1254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618" name="Freeform 203">
              <a:extLst>
                <a:ext uri="{FF2B5EF4-FFF2-40B4-BE49-F238E27FC236}">
                  <a16:creationId xmlns:a16="http://schemas.microsoft.com/office/drawing/2014/main" id="{598DE905-1199-D444-8A12-539D5E8DC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7037" y="4963532"/>
              <a:ext cx="1588" cy="114300"/>
            </a:xfrm>
            <a:custGeom>
              <a:avLst/>
              <a:gdLst>
                <a:gd name="T0" fmla="*/ 0 w 1588"/>
                <a:gd name="T1" fmla="*/ 0 h 91"/>
                <a:gd name="T2" fmla="*/ 0 w 1588"/>
                <a:gd name="T3" fmla="*/ 2147483646 h 91"/>
                <a:gd name="T4" fmla="*/ 0 w 1588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8"/>
                <a:gd name="T10" fmla="*/ 0 h 91"/>
                <a:gd name="T11" fmla="*/ 1588 w 1588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19" name="Freeform 204">
              <a:extLst>
                <a:ext uri="{FF2B5EF4-FFF2-40B4-BE49-F238E27FC236}">
                  <a16:creationId xmlns:a16="http://schemas.microsoft.com/office/drawing/2014/main" id="{69F7DD83-AC06-C145-B3AA-D4D8C34DA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7037" y="5068307"/>
              <a:ext cx="114300" cy="1588"/>
            </a:xfrm>
            <a:custGeom>
              <a:avLst/>
              <a:gdLst>
                <a:gd name="T0" fmla="*/ 0 w 91"/>
                <a:gd name="T1" fmla="*/ 0 h 1588"/>
                <a:gd name="T2" fmla="*/ 2147483646 w 91"/>
                <a:gd name="T3" fmla="*/ 0 h 1588"/>
                <a:gd name="T4" fmla="*/ 2147483646 w 91"/>
                <a:gd name="T5" fmla="*/ 0 h 1588"/>
                <a:gd name="T6" fmla="*/ 0 60000 65536"/>
                <a:gd name="T7" fmla="*/ 0 60000 65536"/>
                <a:gd name="T8" fmla="*/ 0 60000 65536"/>
                <a:gd name="T9" fmla="*/ 0 w 91"/>
                <a:gd name="T10" fmla="*/ 0 h 1588"/>
                <a:gd name="T11" fmla="*/ 91 w 91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" h="1588">
                  <a:moveTo>
                    <a:pt x="0" y="0"/>
                  </a:moveTo>
                  <a:lnTo>
                    <a:pt x="83" y="0"/>
                  </a:lnTo>
                  <a:lnTo>
                    <a:pt x="91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20" name="Freeform 205">
              <a:extLst>
                <a:ext uri="{FF2B5EF4-FFF2-40B4-BE49-F238E27FC236}">
                  <a16:creationId xmlns:a16="http://schemas.microsoft.com/office/drawing/2014/main" id="{4F85C6E5-CE69-5E41-8537-6E977D5E1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1812" y="4952420"/>
              <a:ext cx="0" cy="115887"/>
            </a:xfrm>
            <a:custGeom>
              <a:avLst/>
              <a:gdLst>
                <a:gd name="T0" fmla="*/ 2147483646 h 92"/>
                <a:gd name="T1" fmla="*/ 2147483646 h 92"/>
                <a:gd name="T2" fmla="*/ 0 h 92"/>
                <a:gd name="T3" fmla="*/ 0 60000 65536"/>
                <a:gd name="T4" fmla="*/ 0 60000 65536"/>
                <a:gd name="T5" fmla="*/ 0 60000 65536"/>
                <a:gd name="T6" fmla="*/ 0 h 92"/>
                <a:gd name="T7" fmla="*/ 92 h 92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T6" r="0" b="T7"/>
              <a:pathLst>
                <a:path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21" name="Freeform 206">
              <a:extLst>
                <a:ext uri="{FF2B5EF4-FFF2-40B4-BE49-F238E27FC236}">
                  <a16:creationId xmlns:a16="http://schemas.microsoft.com/office/drawing/2014/main" id="{804D5351-C241-2B48-A0B9-32B5B3405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7512" y="4963532"/>
              <a:ext cx="114300" cy="1588"/>
            </a:xfrm>
            <a:custGeom>
              <a:avLst/>
              <a:gdLst>
                <a:gd name="T0" fmla="*/ 2147483646 w 92"/>
                <a:gd name="T1" fmla="*/ 0 h 1588"/>
                <a:gd name="T2" fmla="*/ 2147483646 w 92"/>
                <a:gd name="T3" fmla="*/ 0 h 1588"/>
                <a:gd name="T4" fmla="*/ 0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92" y="0"/>
                  </a:moveTo>
                  <a:lnTo>
                    <a:pt x="9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22" name="Rectangle 207">
              <a:extLst>
                <a:ext uri="{FF2B5EF4-FFF2-40B4-BE49-F238E27FC236}">
                  <a16:creationId xmlns:a16="http://schemas.microsoft.com/office/drawing/2014/main" id="{A41CAC03-AB17-B44C-B1E4-1FA1CBFF6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73250" y="5087357"/>
              <a:ext cx="127000" cy="125413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623" name="Freeform 208">
              <a:extLst>
                <a:ext uri="{FF2B5EF4-FFF2-40B4-BE49-F238E27FC236}">
                  <a16:creationId xmlns:a16="http://schemas.microsoft.com/office/drawing/2014/main" id="{B5A6487D-C953-0E44-9060-827CD739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250" y="5087357"/>
              <a:ext cx="1587" cy="114300"/>
            </a:xfrm>
            <a:custGeom>
              <a:avLst/>
              <a:gdLst>
                <a:gd name="T0" fmla="*/ 0 w 1587"/>
                <a:gd name="T1" fmla="*/ 0 h 92"/>
                <a:gd name="T2" fmla="*/ 0 w 1587"/>
                <a:gd name="T3" fmla="*/ 2147483646 h 92"/>
                <a:gd name="T4" fmla="*/ 0 w 1587"/>
                <a:gd name="T5" fmla="*/ 2147483646 h 92"/>
                <a:gd name="T6" fmla="*/ 0 60000 65536"/>
                <a:gd name="T7" fmla="*/ 0 60000 65536"/>
                <a:gd name="T8" fmla="*/ 0 60000 65536"/>
                <a:gd name="T9" fmla="*/ 0 w 1587"/>
                <a:gd name="T10" fmla="*/ 0 h 92"/>
                <a:gd name="T11" fmla="*/ 1587 w 1587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7" h="92">
                  <a:moveTo>
                    <a:pt x="0" y="0"/>
                  </a:moveTo>
                  <a:lnTo>
                    <a:pt x="0" y="84"/>
                  </a:lnTo>
                  <a:lnTo>
                    <a:pt x="0" y="92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24" name="Freeform 209">
              <a:extLst>
                <a:ext uri="{FF2B5EF4-FFF2-40B4-BE49-F238E27FC236}">
                  <a16:creationId xmlns:a16="http://schemas.microsoft.com/office/drawing/2014/main" id="{C4E18C97-A085-5249-9335-CB9CCCBC2D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3250" y="5192132"/>
              <a:ext cx="114300" cy="1588"/>
            </a:xfrm>
            <a:custGeom>
              <a:avLst/>
              <a:gdLst>
                <a:gd name="T0" fmla="*/ 0 w 92"/>
                <a:gd name="T1" fmla="*/ 0 h 1588"/>
                <a:gd name="T2" fmla="*/ 2147483646 w 92"/>
                <a:gd name="T3" fmla="*/ 0 h 1588"/>
                <a:gd name="T4" fmla="*/ 2147483646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0" y="0"/>
                  </a:moveTo>
                  <a:lnTo>
                    <a:pt x="84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25" name="Freeform 210">
              <a:extLst>
                <a:ext uri="{FF2B5EF4-FFF2-40B4-BE49-F238E27FC236}">
                  <a16:creationId xmlns:a16="http://schemas.microsoft.com/office/drawing/2014/main" id="{AA080DF5-4991-0649-87D0-8CD1CCB21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8025" y="5077832"/>
              <a:ext cx="0" cy="114300"/>
            </a:xfrm>
            <a:custGeom>
              <a:avLst/>
              <a:gdLst>
                <a:gd name="T0" fmla="*/ 2147483646 h 92"/>
                <a:gd name="T1" fmla="*/ 2147483646 h 92"/>
                <a:gd name="T2" fmla="*/ 0 h 92"/>
                <a:gd name="T3" fmla="*/ 0 60000 65536"/>
                <a:gd name="T4" fmla="*/ 0 60000 65536"/>
                <a:gd name="T5" fmla="*/ 0 60000 65536"/>
                <a:gd name="T6" fmla="*/ 0 h 92"/>
                <a:gd name="T7" fmla="*/ 92 h 92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T6" r="0" b="T7"/>
              <a:pathLst>
                <a:path h="92">
                  <a:moveTo>
                    <a:pt x="0" y="92"/>
                  </a:move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26" name="Freeform 211">
              <a:extLst>
                <a:ext uri="{FF2B5EF4-FFF2-40B4-BE49-F238E27FC236}">
                  <a16:creationId xmlns:a16="http://schemas.microsoft.com/office/drawing/2014/main" id="{629B7E12-0F5C-F24E-AFB1-122C477D4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3725" y="5087357"/>
              <a:ext cx="114300" cy="1588"/>
            </a:xfrm>
            <a:custGeom>
              <a:avLst/>
              <a:gdLst>
                <a:gd name="T0" fmla="*/ 2147483646 w 92"/>
                <a:gd name="T1" fmla="*/ 0 h 1588"/>
                <a:gd name="T2" fmla="*/ 2147483646 w 92"/>
                <a:gd name="T3" fmla="*/ 0 h 1588"/>
                <a:gd name="T4" fmla="*/ 0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92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27" name="Rectangle 212">
              <a:extLst>
                <a:ext uri="{FF2B5EF4-FFF2-40B4-BE49-F238E27FC236}">
                  <a16:creationId xmlns:a16="http://schemas.microsoft.com/office/drawing/2014/main" id="{FC8EA3F4-71A4-3D41-9495-6FCF141AA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9462" y="5161970"/>
              <a:ext cx="127000" cy="123825"/>
            </a:xfrm>
            <a:prstGeom prst="rect">
              <a:avLst/>
            </a:prstGeom>
            <a:solidFill>
              <a:srgbClr val="07601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628" name="Freeform 213">
              <a:extLst>
                <a:ext uri="{FF2B5EF4-FFF2-40B4-BE49-F238E27FC236}">
                  <a16:creationId xmlns:a16="http://schemas.microsoft.com/office/drawing/2014/main" id="{4EC71D78-597B-CB46-BE08-29B69D603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462" y="5161970"/>
              <a:ext cx="1588" cy="112712"/>
            </a:xfrm>
            <a:custGeom>
              <a:avLst/>
              <a:gdLst>
                <a:gd name="T0" fmla="*/ 0 w 1588"/>
                <a:gd name="T1" fmla="*/ 0 h 91"/>
                <a:gd name="T2" fmla="*/ 0 w 1588"/>
                <a:gd name="T3" fmla="*/ 2147483646 h 91"/>
                <a:gd name="T4" fmla="*/ 0 w 1588"/>
                <a:gd name="T5" fmla="*/ 2147483646 h 91"/>
                <a:gd name="T6" fmla="*/ 0 60000 65536"/>
                <a:gd name="T7" fmla="*/ 0 60000 65536"/>
                <a:gd name="T8" fmla="*/ 0 60000 65536"/>
                <a:gd name="T9" fmla="*/ 0 w 1588"/>
                <a:gd name="T10" fmla="*/ 0 h 91"/>
                <a:gd name="T11" fmla="*/ 1588 w 1588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8" h="91">
                  <a:moveTo>
                    <a:pt x="0" y="0"/>
                  </a:moveTo>
                  <a:lnTo>
                    <a:pt x="0" y="83"/>
                  </a:lnTo>
                  <a:lnTo>
                    <a:pt x="0" y="91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29" name="Freeform 214">
              <a:extLst>
                <a:ext uri="{FF2B5EF4-FFF2-40B4-BE49-F238E27FC236}">
                  <a16:creationId xmlns:a16="http://schemas.microsoft.com/office/drawing/2014/main" id="{DC6A1D67-454B-0546-87D6-36B87A0EBF7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9462" y="5265157"/>
              <a:ext cx="114300" cy="1588"/>
            </a:xfrm>
            <a:custGeom>
              <a:avLst/>
              <a:gdLst>
                <a:gd name="T0" fmla="*/ 0 w 92"/>
                <a:gd name="T1" fmla="*/ 0 h 1588"/>
                <a:gd name="T2" fmla="*/ 2147483646 w 92"/>
                <a:gd name="T3" fmla="*/ 0 h 1588"/>
                <a:gd name="T4" fmla="*/ 2147483646 w 92"/>
                <a:gd name="T5" fmla="*/ 0 h 1588"/>
                <a:gd name="T6" fmla="*/ 0 60000 65536"/>
                <a:gd name="T7" fmla="*/ 0 60000 65536"/>
                <a:gd name="T8" fmla="*/ 0 60000 65536"/>
                <a:gd name="T9" fmla="*/ 0 w 92"/>
                <a:gd name="T10" fmla="*/ 0 h 1588"/>
                <a:gd name="T11" fmla="*/ 92 w 92"/>
                <a:gd name="T12" fmla="*/ 1588 h 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" h="1588">
                  <a:moveTo>
                    <a:pt x="0" y="0"/>
                  </a:moveTo>
                  <a:lnTo>
                    <a:pt x="83" y="0"/>
                  </a:lnTo>
                  <a:lnTo>
                    <a:pt x="92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30" name="Freeform 215">
              <a:extLst>
                <a:ext uri="{FF2B5EF4-FFF2-40B4-BE49-F238E27FC236}">
                  <a16:creationId xmlns:a16="http://schemas.microsoft.com/office/drawing/2014/main" id="{2EA3B09D-C009-4F43-B6EF-5FC97EF60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4237" y="5149270"/>
              <a:ext cx="0" cy="115887"/>
            </a:xfrm>
            <a:custGeom>
              <a:avLst/>
              <a:gdLst>
                <a:gd name="T0" fmla="*/ 2147483646 h 92"/>
                <a:gd name="T1" fmla="*/ 2147483646 h 92"/>
                <a:gd name="T2" fmla="*/ 0 h 92"/>
                <a:gd name="T3" fmla="*/ 0 60000 65536"/>
                <a:gd name="T4" fmla="*/ 0 60000 65536"/>
                <a:gd name="T5" fmla="*/ 0 60000 65536"/>
                <a:gd name="T6" fmla="*/ 0 h 92"/>
                <a:gd name="T7" fmla="*/ 92 h 92"/>
              </a:gdLst>
              <a:ahLst/>
              <a:cxnLst>
                <a:cxn ang="T3">
                  <a:pos x="0" y="T0"/>
                </a:cxn>
                <a:cxn ang="T4">
                  <a:pos x="0" y="T1"/>
                </a:cxn>
                <a:cxn ang="T5">
                  <a:pos x="0" y="T2"/>
                </a:cxn>
              </a:cxnLst>
              <a:rect l="0" t="T6" r="0" b="T7"/>
              <a:pathLst>
                <a:path h="92">
                  <a:moveTo>
                    <a:pt x="0" y="92"/>
                  </a:moveTo>
                  <a:lnTo>
                    <a:pt x="0" y="9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31" name="Freeform 216">
              <a:extLst>
                <a:ext uri="{FF2B5EF4-FFF2-40B4-BE49-F238E27FC236}">
                  <a16:creationId xmlns:a16="http://schemas.microsoft.com/office/drawing/2014/main" id="{0C899CCC-1D05-BC4F-9503-227F70C66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9937" y="5161970"/>
              <a:ext cx="114300" cy="0"/>
            </a:xfrm>
            <a:custGeom>
              <a:avLst/>
              <a:gdLst>
                <a:gd name="T0" fmla="*/ 2147483646 w 91"/>
                <a:gd name="T1" fmla="*/ 2147483646 w 91"/>
                <a:gd name="T2" fmla="*/ 0 w 91"/>
                <a:gd name="T3" fmla="*/ 0 60000 65536"/>
                <a:gd name="T4" fmla="*/ 0 60000 65536"/>
                <a:gd name="T5" fmla="*/ 0 60000 65536"/>
                <a:gd name="T6" fmla="*/ 0 w 91"/>
                <a:gd name="T7" fmla="*/ 91 w 91"/>
              </a:gdLst>
              <a:ahLst/>
              <a:cxnLst>
                <a:cxn ang="T3">
                  <a:pos x="T0" y="0"/>
                </a:cxn>
                <a:cxn ang="T4">
                  <a:pos x="T1" y="0"/>
                </a:cxn>
                <a:cxn ang="T5">
                  <a:pos x="T2" y="0"/>
                </a:cxn>
              </a:cxnLst>
              <a:rect l="T6" t="0" r="T7" b="0"/>
              <a:pathLst>
                <a:path w="91">
                  <a:moveTo>
                    <a:pt x="91" y="0"/>
                  </a:moveTo>
                  <a:lnTo>
                    <a:pt x="8" y="0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7601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32" name="Rectangle 217">
              <a:extLst>
                <a:ext uri="{FF2B5EF4-FFF2-40B4-BE49-F238E27FC236}">
                  <a16:creationId xmlns:a16="http://schemas.microsoft.com/office/drawing/2014/main" id="{E59B876C-951A-DD46-972C-F946886E1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662" y="5782682"/>
              <a:ext cx="23083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0.3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33" name="Rectangle 218">
              <a:extLst>
                <a:ext uri="{FF2B5EF4-FFF2-40B4-BE49-F238E27FC236}">
                  <a16:creationId xmlns:a16="http://schemas.microsoft.com/office/drawing/2014/main" id="{5B3862FA-565E-804F-9637-834D1DBCC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662" y="5338182"/>
              <a:ext cx="23083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0.4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34" name="Rectangle 219">
              <a:extLst>
                <a:ext uri="{FF2B5EF4-FFF2-40B4-BE49-F238E27FC236}">
                  <a16:creationId xmlns:a16="http://schemas.microsoft.com/office/drawing/2014/main" id="{DBCF528D-40A9-9E4D-9022-2382B59AA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662" y="4893682"/>
              <a:ext cx="23083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0.5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35" name="Rectangle 220">
              <a:extLst>
                <a:ext uri="{FF2B5EF4-FFF2-40B4-BE49-F238E27FC236}">
                  <a16:creationId xmlns:a16="http://schemas.microsoft.com/office/drawing/2014/main" id="{FE930F41-7A43-9347-94A9-42BC330AD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662" y="4446007"/>
              <a:ext cx="23083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0.6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36" name="Rectangle 221">
              <a:extLst>
                <a:ext uri="{FF2B5EF4-FFF2-40B4-BE49-F238E27FC236}">
                  <a16:creationId xmlns:a16="http://schemas.microsoft.com/office/drawing/2014/main" id="{108DA81B-9EE6-9B47-8A7F-E85E530C5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662" y="3999920"/>
              <a:ext cx="23083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0.7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37" name="Rectangle 222">
              <a:extLst>
                <a:ext uri="{FF2B5EF4-FFF2-40B4-BE49-F238E27FC236}">
                  <a16:creationId xmlns:a16="http://schemas.microsoft.com/office/drawing/2014/main" id="{6CF177DF-4781-C241-AA46-6DC1C3AC8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8662" y="3544307"/>
              <a:ext cx="230833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0.8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38" name="Rectangle 223">
              <a:extLst>
                <a:ext uri="{FF2B5EF4-FFF2-40B4-BE49-F238E27FC236}">
                  <a16:creationId xmlns:a16="http://schemas.microsoft.com/office/drawing/2014/main" id="{3597F600-D10E-2C49-89B0-48358E967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9237" y="5776332"/>
              <a:ext cx="19236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60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39" name="Rectangle 224">
              <a:extLst>
                <a:ext uri="{FF2B5EF4-FFF2-40B4-BE49-F238E27FC236}">
                  <a16:creationId xmlns:a16="http://schemas.microsoft.com/office/drawing/2014/main" id="{691BEB33-01D0-A047-A49E-9A1D01069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9237" y="5215945"/>
              <a:ext cx="19236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70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40" name="Rectangle 225">
              <a:extLst>
                <a:ext uri="{FF2B5EF4-FFF2-40B4-BE49-F238E27FC236}">
                  <a16:creationId xmlns:a16="http://schemas.microsoft.com/office/drawing/2014/main" id="{9DDEB51A-85C0-BD45-86A3-110CC24EE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9237" y="4657145"/>
              <a:ext cx="19236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80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41" name="Rectangle 226">
              <a:extLst>
                <a:ext uri="{FF2B5EF4-FFF2-40B4-BE49-F238E27FC236}">
                  <a16:creationId xmlns:a16="http://schemas.microsoft.com/office/drawing/2014/main" id="{E5A057B7-D7E4-2C44-95C4-8AA91A847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9237" y="4098345"/>
              <a:ext cx="19236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90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42" name="Rectangle 227">
              <a:extLst>
                <a:ext uri="{FF2B5EF4-FFF2-40B4-BE49-F238E27FC236}">
                  <a16:creationId xmlns:a16="http://schemas.microsoft.com/office/drawing/2014/main" id="{10A9A1A5-7FDA-2847-8F96-F9534F25B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9237" y="3536370"/>
              <a:ext cx="279525" cy="216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100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43" name="Line 228">
              <a:extLst>
                <a:ext uri="{FF2B5EF4-FFF2-40B4-BE49-F238E27FC236}">
                  <a16:creationId xmlns:a16="http://schemas.microsoft.com/office/drawing/2014/main" id="{42A6153E-09AE-1F4C-A01C-DD2631CB9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22262" y="3684007"/>
              <a:ext cx="0" cy="2208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644" name="Line 229">
              <a:extLst>
                <a:ext uri="{FF2B5EF4-FFF2-40B4-BE49-F238E27FC236}">
                  <a16:creationId xmlns:a16="http://schemas.microsoft.com/office/drawing/2014/main" id="{2CBAB549-9E30-3742-9411-1F12897ED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3212" y="3684007"/>
              <a:ext cx="0" cy="2208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645" name="Text Box 230">
              <a:extLst>
                <a:ext uri="{FF2B5EF4-FFF2-40B4-BE49-F238E27FC236}">
                  <a16:creationId xmlns:a16="http://schemas.microsoft.com/office/drawing/2014/main" id="{195A08CE-C29A-BE41-973C-6BB98C03BF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3762" y="3379207"/>
              <a:ext cx="782977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Medulla</a:t>
              </a:r>
            </a:p>
          </p:txBody>
        </p:sp>
        <p:sp>
          <p:nvSpPr>
            <p:cNvPr id="188646" name="Text Box 231">
              <a:extLst>
                <a:ext uri="{FF2B5EF4-FFF2-40B4-BE49-F238E27FC236}">
                  <a16:creationId xmlns:a16="http://schemas.microsoft.com/office/drawing/2014/main" id="{EE7DA912-33CB-A94A-B958-AD953A84D5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50875" y="3379207"/>
              <a:ext cx="53392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Pons</a:t>
              </a:r>
            </a:p>
          </p:txBody>
        </p:sp>
        <p:sp>
          <p:nvSpPr>
            <p:cNvPr id="188647" name="Text Box 232">
              <a:extLst>
                <a:ext uri="{FF2B5EF4-FFF2-40B4-BE49-F238E27FC236}">
                  <a16:creationId xmlns:a16="http://schemas.microsoft.com/office/drawing/2014/main" id="{31FD5E4A-27BA-BE4B-BFC6-EE76CEE8B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24025" y="3379207"/>
              <a:ext cx="85284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4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Midbrain</a:t>
              </a:r>
            </a:p>
          </p:txBody>
        </p:sp>
        <p:sp>
          <p:nvSpPr>
            <p:cNvPr id="188648" name="Text Box 233">
              <a:extLst>
                <a:ext uri="{FF2B5EF4-FFF2-40B4-BE49-F238E27FC236}">
                  <a16:creationId xmlns:a16="http://schemas.microsoft.com/office/drawing/2014/main" id="{D1B48018-0303-4149-B5FD-58D0929495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5400000" flipH="1">
              <a:off x="8059252" y="4566142"/>
              <a:ext cx="1268008" cy="369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8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ja-JP" sz="1800" b="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ja-JP" sz="18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 (ms) (   )</a:t>
              </a:r>
            </a:p>
          </p:txBody>
        </p:sp>
        <p:sp>
          <p:nvSpPr>
            <p:cNvPr id="188649" name="Rectangle 234">
              <a:extLst>
                <a:ext uri="{FF2B5EF4-FFF2-40B4-BE49-F238E27FC236}">
                  <a16:creationId xmlns:a16="http://schemas.microsoft.com/office/drawing/2014/main" id="{696CAA50-68F9-5C4D-85E6-78988D51A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1500" y="5038145"/>
              <a:ext cx="125412" cy="125412"/>
            </a:xfrm>
            <a:prstGeom prst="rect">
              <a:avLst/>
            </a:prstGeom>
            <a:solidFill>
              <a:srgbClr val="008000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650" name="Rectangle 235">
              <a:extLst>
                <a:ext uri="{FF2B5EF4-FFF2-40B4-BE49-F238E27FC236}">
                  <a16:creationId xmlns:a16="http://schemas.microsoft.com/office/drawing/2014/main" id="{21392D6E-67A3-8A40-990E-0EFE4929F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5350" y="5974770"/>
              <a:ext cx="279525" cy="2164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-10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51" name="Rectangle 236">
              <a:extLst>
                <a:ext uri="{FF2B5EF4-FFF2-40B4-BE49-F238E27FC236}">
                  <a16:creationId xmlns:a16="http://schemas.microsoft.com/office/drawing/2014/main" id="{21858BEC-8DCE-774C-982F-ABD905A66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8925" y="5974770"/>
              <a:ext cx="10259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52" name="Rectangle 237">
              <a:extLst>
                <a:ext uri="{FF2B5EF4-FFF2-40B4-BE49-F238E27FC236}">
                  <a16:creationId xmlns:a16="http://schemas.microsoft.com/office/drawing/2014/main" id="{E1DECE5F-4060-D44E-B9AD-2CADD84DB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8200" y="5974770"/>
              <a:ext cx="19236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10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53" name="Rectangle 238">
              <a:extLst>
                <a:ext uri="{FF2B5EF4-FFF2-40B4-BE49-F238E27FC236}">
                  <a16:creationId xmlns:a16="http://schemas.microsoft.com/office/drawing/2014/main" id="{115DA116-FDEB-0F44-8F90-354F95357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9862" y="5974770"/>
              <a:ext cx="19236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20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54" name="Rectangle 239">
              <a:extLst>
                <a:ext uri="{FF2B5EF4-FFF2-40B4-BE49-F238E27FC236}">
                  <a16:creationId xmlns:a16="http://schemas.microsoft.com/office/drawing/2014/main" id="{0A4C1C0C-4B1A-B249-B12C-CDF560441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30412" y="5974770"/>
              <a:ext cx="192361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ja-JP" altLang="en-US" sz="1400">
                  <a:solidFill>
                    <a:srgbClr val="000000"/>
                  </a:solidFill>
                  <a:latin typeface="Times" pitchFamily="2" charset="0"/>
                </a:rPr>
                <a:t>30</a:t>
              </a:r>
              <a:endParaRPr lang="ja-JP" altLang="en-US" sz="2800">
                <a:solidFill>
                  <a:srgbClr val="000000"/>
                </a:solidFill>
                <a:latin typeface="Times" pitchFamily="2" charset="0"/>
              </a:endParaRPr>
            </a:p>
          </p:txBody>
        </p:sp>
        <p:sp>
          <p:nvSpPr>
            <p:cNvPr id="188655" name="Text Box 240">
              <a:extLst>
                <a:ext uri="{FF2B5EF4-FFF2-40B4-BE49-F238E27FC236}">
                  <a16:creationId xmlns:a16="http://schemas.microsoft.com/office/drawing/2014/main" id="{F657FB40-A34B-DB42-96C5-D0FF13024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52337" y="6160507"/>
              <a:ext cx="30431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8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Distance (rostral-caudal) (mm)</a:t>
              </a:r>
            </a:p>
          </p:txBody>
        </p:sp>
        <p:grpSp>
          <p:nvGrpSpPr>
            <p:cNvPr id="188656" name="Group 246">
              <a:extLst>
                <a:ext uri="{FF2B5EF4-FFF2-40B4-BE49-F238E27FC236}">
                  <a16:creationId xmlns:a16="http://schemas.microsoft.com/office/drawing/2014/main" id="{A65B9FB4-8BFC-7E46-85F6-722D67878D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7824" y="3545895"/>
              <a:ext cx="369888" cy="2536826"/>
              <a:chOff x="2784" y="799"/>
              <a:chExt cx="233" cy="1598"/>
            </a:xfrm>
          </p:grpSpPr>
          <p:sp>
            <p:nvSpPr>
              <p:cNvPr id="188661" name="Freeform 241">
                <a:extLst>
                  <a:ext uri="{FF2B5EF4-FFF2-40B4-BE49-F238E27FC236}">
                    <a16:creationId xmlns:a16="http://schemas.microsoft.com/office/drawing/2014/main" id="{6F293F4B-B25E-AA42-BB94-233DB88A5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925"/>
                <a:ext cx="85" cy="84"/>
              </a:xfrm>
              <a:custGeom>
                <a:avLst/>
                <a:gdLst>
                  <a:gd name="T0" fmla="*/ 0 w 210"/>
                  <a:gd name="T1" fmla="*/ 0 h 208"/>
                  <a:gd name="T2" fmla="*/ 0 w 210"/>
                  <a:gd name="T3" fmla="*/ 0 h 208"/>
                  <a:gd name="T4" fmla="*/ 0 w 210"/>
                  <a:gd name="T5" fmla="*/ 0 h 208"/>
                  <a:gd name="T6" fmla="*/ 0 w 210"/>
                  <a:gd name="T7" fmla="*/ 0 h 208"/>
                  <a:gd name="T8" fmla="*/ 0 w 210"/>
                  <a:gd name="T9" fmla="*/ 0 h 208"/>
                  <a:gd name="T10" fmla="*/ 0 w 210"/>
                  <a:gd name="T11" fmla="*/ 0 h 208"/>
                  <a:gd name="T12" fmla="*/ 0 w 210"/>
                  <a:gd name="T13" fmla="*/ 0 h 208"/>
                  <a:gd name="T14" fmla="*/ 0 w 210"/>
                  <a:gd name="T15" fmla="*/ 0 h 208"/>
                  <a:gd name="T16" fmla="*/ 0 w 210"/>
                  <a:gd name="T17" fmla="*/ 0 h 208"/>
                  <a:gd name="T18" fmla="*/ 0 w 210"/>
                  <a:gd name="T19" fmla="*/ 0 h 208"/>
                  <a:gd name="T20" fmla="*/ 0 w 210"/>
                  <a:gd name="T21" fmla="*/ 0 h 208"/>
                  <a:gd name="T22" fmla="*/ 0 w 210"/>
                  <a:gd name="T23" fmla="*/ 0 h 208"/>
                  <a:gd name="T24" fmla="*/ 0 w 210"/>
                  <a:gd name="T25" fmla="*/ 0 h 208"/>
                  <a:gd name="T26" fmla="*/ 0 w 210"/>
                  <a:gd name="T27" fmla="*/ 0 h 208"/>
                  <a:gd name="T28" fmla="*/ 0 w 210"/>
                  <a:gd name="T29" fmla="*/ 0 h 208"/>
                  <a:gd name="T30" fmla="*/ 0 w 210"/>
                  <a:gd name="T31" fmla="*/ 0 h 208"/>
                  <a:gd name="T32" fmla="*/ 0 w 210"/>
                  <a:gd name="T33" fmla="*/ 0 h 208"/>
                  <a:gd name="T34" fmla="*/ 0 w 210"/>
                  <a:gd name="T35" fmla="*/ 0 h 208"/>
                  <a:gd name="T36" fmla="*/ 0 w 210"/>
                  <a:gd name="T37" fmla="*/ 0 h 208"/>
                  <a:gd name="T38" fmla="*/ 0 w 210"/>
                  <a:gd name="T39" fmla="*/ 0 h 208"/>
                  <a:gd name="T40" fmla="*/ 0 w 210"/>
                  <a:gd name="T41" fmla="*/ 0 h 208"/>
                  <a:gd name="T42" fmla="*/ 0 w 210"/>
                  <a:gd name="T43" fmla="*/ 0 h 208"/>
                  <a:gd name="T44" fmla="*/ 0 w 210"/>
                  <a:gd name="T45" fmla="*/ 0 h 208"/>
                  <a:gd name="T46" fmla="*/ 0 w 210"/>
                  <a:gd name="T47" fmla="*/ 0 h 208"/>
                  <a:gd name="T48" fmla="*/ 0 w 210"/>
                  <a:gd name="T49" fmla="*/ 0 h 208"/>
                  <a:gd name="T50" fmla="*/ 0 w 210"/>
                  <a:gd name="T51" fmla="*/ 0 h 208"/>
                  <a:gd name="T52" fmla="*/ 0 w 210"/>
                  <a:gd name="T53" fmla="*/ 0 h 208"/>
                  <a:gd name="T54" fmla="*/ 0 w 210"/>
                  <a:gd name="T55" fmla="*/ 0 h 208"/>
                  <a:gd name="T56" fmla="*/ 0 w 210"/>
                  <a:gd name="T57" fmla="*/ 0 h 208"/>
                  <a:gd name="T58" fmla="*/ 0 w 210"/>
                  <a:gd name="T59" fmla="*/ 0 h 208"/>
                  <a:gd name="T60" fmla="*/ 0 w 210"/>
                  <a:gd name="T61" fmla="*/ 0 h 208"/>
                  <a:gd name="T62" fmla="*/ 0 w 210"/>
                  <a:gd name="T63" fmla="*/ 0 h 208"/>
                  <a:gd name="T64" fmla="*/ 0 w 210"/>
                  <a:gd name="T65" fmla="*/ 0 h 208"/>
                  <a:gd name="T66" fmla="*/ 0 w 210"/>
                  <a:gd name="T67" fmla="*/ 0 h 208"/>
                  <a:gd name="T68" fmla="*/ 0 w 210"/>
                  <a:gd name="T69" fmla="*/ 0 h 208"/>
                  <a:gd name="T70" fmla="*/ 0 w 210"/>
                  <a:gd name="T71" fmla="*/ 0 h 208"/>
                  <a:gd name="T72" fmla="*/ 0 w 210"/>
                  <a:gd name="T73" fmla="*/ 0 h 208"/>
                  <a:gd name="T74" fmla="*/ 0 w 210"/>
                  <a:gd name="T75" fmla="*/ 0 h 208"/>
                  <a:gd name="T76" fmla="*/ 0 w 210"/>
                  <a:gd name="T77" fmla="*/ 0 h 208"/>
                  <a:gd name="T78" fmla="*/ 0 w 210"/>
                  <a:gd name="T79" fmla="*/ 0 h 208"/>
                  <a:gd name="T80" fmla="*/ 0 w 210"/>
                  <a:gd name="T81" fmla="*/ 0 h 208"/>
                  <a:gd name="T82" fmla="*/ 0 w 210"/>
                  <a:gd name="T83" fmla="*/ 0 h 208"/>
                  <a:gd name="T84" fmla="*/ 0 w 210"/>
                  <a:gd name="T85" fmla="*/ 0 h 208"/>
                  <a:gd name="T86" fmla="*/ 0 w 210"/>
                  <a:gd name="T87" fmla="*/ 0 h 208"/>
                  <a:gd name="T88" fmla="*/ 0 w 210"/>
                  <a:gd name="T89" fmla="*/ 0 h 20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10"/>
                  <a:gd name="T136" fmla="*/ 0 h 208"/>
                  <a:gd name="T137" fmla="*/ 210 w 210"/>
                  <a:gd name="T138" fmla="*/ 208 h 208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10" h="208">
                    <a:moveTo>
                      <a:pt x="114" y="0"/>
                    </a:moveTo>
                    <a:lnTo>
                      <a:pt x="114" y="0"/>
                    </a:lnTo>
                    <a:lnTo>
                      <a:pt x="129" y="0"/>
                    </a:lnTo>
                    <a:lnTo>
                      <a:pt x="144" y="0"/>
                    </a:lnTo>
                    <a:lnTo>
                      <a:pt x="144" y="15"/>
                    </a:lnTo>
                    <a:lnTo>
                      <a:pt x="162" y="15"/>
                    </a:lnTo>
                    <a:lnTo>
                      <a:pt x="177" y="33"/>
                    </a:lnTo>
                    <a:lnTo>
                      <a:pt x="192" y="33"/>
                    </a:lnTo>
                    <a:lnTo>
                      <a:pt x="192" y="48"/>
                    </a:lnTo>
                    <a:lnTo>
                      <a:pt x="192" y="64"/>
                    </a:lnTo>
                    <a:lnTo>
                      <a:pt x="210" y="64"/>
                    </a:lnTo>
                    <a:lnTo>
                      <a:pt x="210" y="81"/>
                    </a:lnTo>
                    <a:lnTo>
                      <a:pt x="210" y="96"/>
                    </a:lnTo>
                    <a:lnTo>
                      <a:pt x="210" y="112"/>
                    </a:lnTo>
                    <a:lnTo>
                      <a:pt x="210" y="127"/>
                    </a:lnTo>
                    <a:lnTo>
                      <a:pt x="210" y="144"/>
                    </a:lnTo>
                    <a:lnTo>
                      <a:pt x="192" y="144"/>
                    </a:lnTo>
                    <a:lnTo>
                      <a:pt x="192" y="160"/>
                    </a:lnTo>
                    <a:lnTo>
                      <a:pt x="192" y="175"/>
                    </a:lnTo>
                    <a:lnTo>
                      <a:pt x="177" y="175"/>
                    </a:lnTo>
                    <a:lnTo>
                      <a:pt x="162" y="192"/>
                    </a:lnTo>
                    <a:lnTo>
                      <a:pt x="144" y="192"/>
                    </a:lnTo>
                    <a:lnTo>
                      <a:pt x="144" y="208"/>
                    </a:lnTo>
                    <a:lnTo>
                      <a:pt x="129" y="208"/>
                    </a:lnTo>
                    <a:lnTo>
                      <a:pt x="114" y="208"/>
                    </a:lnTo>
                    <a:lnTo>
                      <a:pt x="96" y="208"/>
                    </a:lnTo>
                    <a:lnTo>
                      <a:pt x="81" y="208"/>
                    </a:lnTo>
                    <a:lnTo>
                      <a:pt x="66" y="208"/>
                    </a:lnTo>
                    <a:lnTo>
                      <a:pt x="66" y="192"/>
                    </a:lnTo>
                    <a:lnTo>
                      <a:pt x="48" y="192"/>
                    </a:lnTo>
                    <a:lnTo>
                      <a:pt x="33" y="175"/>
                    </a:lnTo>
                    <a:lnTo>
                      <a:pt x="18" y="175"/>
                    </a:lnTo>
                    <a:lnTo>
                      <a:pt x="18" y="160"/>
                    </a:lnTo>
                    <a:lnTo>
                      <a:pt x="18" y="144"/>
                    </a:lnTo>
                    <a:lnTo>
                      <a:pt x="0" y="144"/>
                    </a:lnTo>
                    <a:lnTo>
                      <a:pt x="0" y="127"/>
                    </a:lnTo>
                    <a:lnTo>
                      <a:pt x="0" y="112"/>
                    </a:lnTo>
                    <a:lnTo>
                      <a:pt x="0" y="96"/>
                    </a:lnTo>
                    <a:lnTo>
                      <a:pt x="0" y="81"/>
                    </a:lnTo>
                    <a:lnTo>
                      <a:pt x="0" y="64"/>
                    </a:lnTo>
                    <a:lnTo>
                      <a:pt x="18" y="64"/>
                    </a:lnTo>
                    <a:lnTo>
                      <a:pt x="18" y="48"/>
                    </a:lnTo>
                    <a:lnTo>
                      <a:pt x="18" y="33"/>
                    </a:lnTo>
                    <a:lnTo>
                      <a:pt x="33" y="33"/>
                    </a:lnTo>
                    <a:lnTo>
                      <a:pt x="48" y="15"/>
                    </a:lnTo>
                    <a:lnTo>
                      <a:pt x="66" y="15"/>
                    </a:lnTo>
                    <a:lnTo>
                      <a:pt x="66" y="0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62" name="Text Box 242">
                <a:extLst>
                  <a:ext uri="{FF2B5EF4-FFF2-40B4-BE49-F238E27FC236}">
                    <a16:creationId xmlns:a16="http://schemas.microsoft.com/office/drawing/2014/main" id="{D768B2ED-4D55-5A4F-904F-C71E8DBB79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2102" y="1481"/>
                <a:ext cx="159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ja-JP" sz="1800" b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Fractional anisotropy (   )</a:t>
                </a:r>
              </a:p>
            </p:txBody>
          </p:sp>
        </p:grpSp>
        <p:graphicFrame>
          <p:nvGraphicFramePr>
            <p:cNvPr id="188657" name="Object 2">
              <a:extLst>
                <a:ext uri="{FF2B5EF4-FFF2-40B4-BE49-F238E27FC236}">
                  <a16:creationId xmlns:a16="http://schemas.microsoft.com/office/drawing/2014/main" id="{15359A87-3420-474D-94D0-96D4E2FAF2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2146" y="3635214"/>
            <a:ext cx="3665538" cy="2042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8674" name="Image" r:id="rId6" imgW="1625600" imgH="1625600" progId="Photoshop.Image.5">
                    <p:embed/>
                  </p:oleObj>
                </mc:Choice>
                <mc:Fallback>
                  <p:oleObj name="Image" r:id="rId6" imgW="1625600" imgH="1625600" progId="Photoshop.Image.5">
                    <p:embed/>
                    <p:pic>
                      <p:nvPicPr>
                        <p:cNvPr id="0" name="Object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2146" y="3635214"/>
                          <a:ext cx="3665538" cy="2042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8658" name="Rectangle 243">
              <a:extLst>
                <a:ext uri="{FF2B5EF4-FFF2-40B4-BE49-F238E27FC236}">
                  <a16:creationId xmlns:a16="http://schemas.microsoft.com/office/drawing/2014/main" id="{9DC99D9E-CBAC-8E49-93C2-BF2E9DEDF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5205" y="5080544"/>
              <a:ext cx="472042" cy="605195"/>
            </a:xfrm>
            <a:prstGeom prst="rect">
              <a:avLst/>
            </a:prstGeom>
            <a:noFill/>
            <a:ln w="9525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b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8659" name="Line 245">
              <a:extLst>
                <a:ext uri="{FF2B5EF4-FFF2-40B4-BE49-F238E27FC236}">
                  <a16:creationId xmlns:a16="http://schemas.microsoft.com/office/drawing/2014/main" id="{3E1AFA74-05FD-5040-84C3-127275F048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9375" y="5091674"/>
              <a:ext cx="1477962" cy="27940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660" name="TextBox 238">
              <a:extLst>
                <a:ext uri="{FF2B5EF4-FFF2-40B4-BE49-F238E27FC236}">
                  <a16:creationId xmlns:a16="http://schemas.microsoft.com/office/drawing/2014/main" id="{350304FC-09CA-964F-8B8E-AC18C273E3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733" y="5812364"/>
              <a:ext cx="351922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FFFFFF"/>
                  </a:solidFill>
                  <a:latin typeface="Times New Roman" panose="02020603050405020304" pitchFamily="18" charset="0"/>
                </a:rPr>
                <a:t>Courtesy Susumu Mori – Johns Hopkins</a:t>
              </a:r>
            </a:p>
          </p:txBody>
        </p:sp>
      </p:grpSp>
      <p:grpSp>
        <p:nvGrpSpPr>
          <p:cNvPr id="188420" name="Group 247">
            <a:extLst>
              <a:ext uri="{FF2B5EF4-FFF2-40B4-BE49-F238E27FC236}">
                <a16:creationId xmlns:a16="http://schemas.microsoft.com/office/drawing/2014/main" id="{1B6880C8-E5A1-AE48-8827-FE5C10B4EEF8}"/>
              </a:ext>
            </a:extLst>
          </p:cNvPr>
          <p:cNvGrpSpPr>
            <a:grpSpLocks/>
          </p:cNvGrpSpPr>
          <p:nvPr/>
        </p:nvGrpSpPr>
        <p:grpSpPr bwMode="auto">
          <a:xfrm>
            <a:off x="730250" y="709613"/>
            <a:ext cx="7331075" cy="3035300"/>
            <a:chOff x="627726" y="461228"/>
            <a:chExt cx="7331679" cy="3035838"/>
          </a:xfrm>
        </p:grpSpPr>
        <p:pic>
          <p:nvPicPr>
            <p:cNvPr id="188421" name="Picture 3" descr="late fibres">
              <a:extLst>
                <a:ext uri="{FF2B5EF4-FFF2-40B4-BE49-F238E27FC236}">
                  <a16:creationId xmlns:a16="http://schemas.microsoft.com/office/drawing/2014/main" id="{7A20162F-F865-584C-B963-F13D244F67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726" y="510974"/>
              <a:ext cx="3859305" cy="2622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8422" name="Picture 5">
              <a:extLst>
                <a:ext uri="{FF2B5EF4-FFF2-40B4-BE49-F238E27FC236}">
                  <a16:creationId xmlns:a16="http://schemas.microsoft.com/office/drawing/2014/main" id="{B1337F15-FC1D-7046-AC08-B99666DABC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9293" y="461228"/>
              <a:ext cx="3440112" cy="2714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8423" name="TextBox 13">
              <a:extLst>
                <a:ext uri="{FF2B5EF4-FFF2-40B4-BE49-F238E27FC236}">
                  <a16:creationId xmlns:a16="http://schemas.microsoft.com/office/drawing/2014/main" id="{29904669-FFA9-4447-9495-91ABA47E6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1074" y="1021989"/>
              <a:ext cx="1249163" cy="369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CA" altLang="en-US" sz="1800">
                  <a:solidFill>
                    <a:srgbClr val="C0D2FE"/>
                  </a:solidFill>
                </a:rPr>
                <a:t>Cingulum</a:t>
              </a:r>
              <a:endParaRPr lang="en-CA" altLang="en-US" sz="2400">
                <a:solidFill>
                  <a:srgbClr val="C0D2FE"/>
                </a:solidFill>
              </a:endParaRPr>
            </a:p>
          </p:txBody>
        </p:sp>
        <p:sp>
          <p:nvSpPr>
            <p:cNvPr id="188424" name="Rectangle 4">
              <a:extLst>
                <a:ext uri="{FF2B5EF4-FFF2-40B4-BE49-F238E27FC236}">
                  <a16:creationId xmlns:a16="http://schemas.microsoft.com/office/drawing/2014/main" id="{92D41AE1-B239-B044-84AF-ABA7A9FB2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5495" y="3127307"/>
              <a:ext cx="3001690" cy="338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000000"/>
                  </a:solidFill>
                </a:rPr>
                <a:t>Lebel et al, Neuroimage 2008</a:t>
              </a:r>
            </a:p>
          </p:txBody>
        </p:sp>
        <p:sp>
          <p:nvSpPr>
            <p:cNvPr id="188425" name="TextBox 245">
              <a:extLst>
                <a:ext uri="{FF2B5EF4-FFF2-40B4-BE49-F238E27FC236}">
                  <a16:creationId xmlns:a16="http://schemas.microsoft.com/office/drawing/2014/main" id="{8B02A468-E6BD-2245-8148-C120801EA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889" y="3158458"/>
              <a:ext cx="3288351" cy="338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 b="0">
                  <a:solidFill>
                    <a:srgbClr val="000000"/>
                  </a:solidFill>
                  <a:latin typeface="Times New Roman" panose="02020603050405020304" pitchFamily="18" charset="0"/>
                </a:rPr>
                <a:t>Courtesy Christian Beaulieu - Alberta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TextBox 5">
            <a:extLst>
              <a:ext uri="{FF2B5EF4-FFF2-40B4-BE49-F238E27FC236}">
                <a16:creationId xmlns:a16="http://schemas.microsoft.com/office/drawing/2014/main" id="{AA29C8A8-2126-A743-87D4-DBA746E06B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06375"/>
            <a:ext cx="51022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35" tIns="45718" rIns="91435" bIns="45718">
            <a:spAutoFit/>
          </a:bodyPr>
          <a:lstStyle>
            <a:lvl1pPr defTabSz="4572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 defTabSz="4572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 defTabSz="4572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 defTabSz="4572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FF6600"/>
                </a:solidFill>
              </a:rPr>
              <a:t>Spatial Normalization</a:t>
            </a:r>
            <a:endParaRPr lang="en-US" altLang="en-US" sz="2400">
              <a:solidFill>
                <a:srgbClr val="FF6600"/>
              </a:solidFill>
            </a:endParaRPr>
          </a:p>
        </p:txBody>
      </p:sp>
      <p:pic>
        <p:nvPicPr>
          <p:cNvPr id="200707" name="Picture 4">
            <a:extLst>
              <a:ext uri="{FF2B5EF4-FFF2-40B4-BE49-F238E27FC236}">
                <a16:creationId xmlns:a16="http://schemas.microsoft.com/office/drawing/2014/main" id="{8ED08E6D-3D91-D042-B643-4BD56D0AB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50950" y="796925"/>
            <a:ext cx="6564313" cy="552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8" name="TextBox 6">
            <a:extLst>
              <a:ext uri="{FF2B5EF4-FFF2-40B4-BE49-F238E27FC236}">
                <a16:creationId xmlns:a16="http://schemas.microsoft.com/office/drawing/2014/main" id="{3994C610-4DD7-F84A-8193-36FF95D7A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050" y="6324600"/>
            <a:ext cx="2563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/>
              <a:t>J Mu et al. Sci Rep 2017</a:t>
            </a:r>
          </a:p>
        </p:txBody>
      </p:sp>
    </p:spTree>
    <p:extLst>
      <p:ext uri="{BB962C8B-B14F-4D97-AF65-F5344CB8AC3E}">
        <p14:creationId xmlns:p14="http://schemas.microsoft.com/office/powerpoint/2010/main" val="2619609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1" name="Title 1" descr="Large confetti">
            <a:extLst>
              <a:ext uri="{FF2B5EF4-FFF2-40B4-BE49-F238E27FC236}">
                <a16:creationId xmlns:a16="http://schemas.microsoft.com/office/drawing/2014/main" id="{FBD26AF5-6730-3946-8CCD-BBE636B6E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Inferior Longitudinal Fasciculus</a:t>
            </a:r>
          </a:p>
        </p:txBody>
      </p:sp>
      <p:pic>
        <p:nvPicPr>
          <p:cNvPr id="189444" name="Picture 5" descr="zj40030409420009.jpg">
            <a:extLst>
              <a:ext uri="{FF2B5EF4-FFF2-40B4-BE49-F238E27FC236}">
                <a16:creationId xmlns:a16="http://schemas.microsoft.com/office/drawing/2014/main" id="{D80BA5C0-240B-AF40-8916-700FF332F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7038" y="2514600"/>
            <a:ext cx="4090987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92709300-B044-F94F-BFEA-F5FD46AA85FB}"/>
              </a:ext>
            </a:extLst>
          </p:cNvPr>
          <p:cNvGrpSpPr>
            <a:grpSpLocks/>
          </p:cNvGrpSpPr>
          <p:nvPr/>
        </p:nvGrpSpPr>
        <p:grpSpPr bwMode="auto">
          <a:xfrm>
            <a:off x="5403850" y="3990975"/>
            <a:ext cx="765175" cy="946150"/>
            <a:chOff x="5403851" y="3990975"/>
            <a:chExt cx="765175" cy="946150"/>
          </a:xfrm>
        </p:grpSpPr>
        <p:sp>
          <p:nvSpPr>
            <p:cNvPr id="189456" name="Rectangle 8">
              <a:extLst>
                <a:ext uri="{FF2B5EF4-FFF2-40B4-BE49-F238E27FC236}">
                  <a16:creationId xmlns:a16="http://schemas.microsoft.com/office/drawing/2014/main" id="{E310C3F6-D6AB-F549-8F74-B7D5F980B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3851" y="3990975"/>
              <a:ext cx="765175" cy="9461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/>
            <a:lstStyle>
              <a:lvl1pPr>
                <a:spcBef>
                  <a:spcPct val="20000"/>
                </a:spcBef>
                <a:buSzPct val="85000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solidFill>
                  <a:srgbClr val="20374E"/>
                </a:solidFill>
              </a:endParaRPr>
            </a:p>
          </p:txBody>
        </p:sp>
        <p:sp>
          <p:nvSpPr>
            <p:cNvPr id="189457" name="Freeform 17">
              <a:extLst>
                <a:ext uri="{FF2B5EF4-FFF2-40B4-BE49-F238E27FC236}">
                  <a16:creationId xmlns:a16="http://schemas.microsoft.com/office/drawing/2014/main" id="{2C8317AB-AC05-0D43-B99E-C9196F3D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16551" y="4443414"/>
              <a:ext cx="377825" cy="92075"/>
            </a:xfrm>
            <a:custGeom>
              <a:avLst/>
              <a:gdLst>
                <a:gd name="T0" fmla="*/ 0 w 211529"/>
                <a:gd name="T1" fmla="*/ 8 h 179886"/>
                <a:gd name="T2" fmla="*/ 233032475 w 211529"/>
                <a:gd name="T3" fmla="*/ 7 h 179886"/>
                <a:gd name="T4" fmla="*/ 388385076 w 211529"/>
                <a:gd name="T5" fmla="*/ 5 h 179886"/>
                <a:gd name="T6" fmla="*/ 621414159 w 211529"/>
                <a:gd name="T7" fmla="*/ 5 h 179886"/>
                <a:gd name="T8" fmla="*/ 776772616 w 211529"/>
                <a:gd name="T9" fmla="*/ 4 h 179886"/>
                <a:gd name="T10" fmla="*/ 932125831 w 211529"/>
                <a:gd name="T11" fmla="*/ 2 h 179886"/>
                <a:gd name="T12" fmla="*/ 1242838456 w 211529"/>
                <a:gd name="T13" fmla="*/ 1 h 1798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1529"/>
                <a:gd name="T22" fmla="*/ 0 h 179886"/>
                <a:gd name="T23" fmla="*/ 211529 w 211529"/>
                <a:gd name="T24" fmla="*/ 179886 h 1798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1529" h="179886">
                  <a:moveTo>
                    <a:pt x="0" y="179886"/>
                  </a:moveTo>
                  <a:cubicBezTo>
                    <a:pt x="12959" y="171247"/>
                    <a:pt x="27863" y="164982"/>
                    <a:pt x="38876" y="153970"/>
                  </a:cubicBezTo>
                  <a:cubicBezTo>
                    <a:pt x="49889" y="142958"/>
                    <a:pt x="52632" y="124825"/>
                    <a:pt x="64793" y="115096"/>
                  </a:cubicBezTo>
                  <a:cubicBezTo>
                    <a:pt x="75460" y="106563"/>
                    <a:pt x="90710" y="106457"/>
                    <a:pt x="103669" y="102138"/>
                  </a:cubicBezTo>
                  <a:cubicBezTo>
                    <a:pt x="112308" y="93499"/>
                    <a:pt x="121955" y="85762"/>
                    <a:pt x="129587" y="76222"/>
                  </a:cubicBezTo>
                  <a:cubicBezTo>
                    <a:pt x="139316" y="64061"/>
                    <a:pt x="142546" y="45986"/>
                    <a:pt x="155504" y="37348"/>
                  </a:cubicBezTo>
                  <a:cubicBezTo>
                    <a:pt x="211529" y="0"/>
                    <a:pt x="207339" y="47861"/>
                    <a:pt x="207339" y="11433"/>
                  </a:cubicBezTo>
                </a:path>
              </a:pathLst>
            </a:custGeom>
            <a:solidFill>
              <a:srgbClr val="FF6600"/>
            </a:solidFill>
            <a:ln w="603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B4CB9BB-576C-D845-BC9A-9A37051F815C}"/>
              </a:ext>
            </a:extLst>
          </p:cNvPr>
          <p:cNvGrpSpPr>
            <a:grpSpLocks/>
          </p:cNvGrpSpPr>
          <p:nvPr/>
        </p:nvGrpSpPr>
        <p:grpSpPr bwMode="auto">
          <a:xfrm>
            <a:off x="4159250" y="4224338"/>
            <a:ext cx="1543050" cy="492125"/>
            <a:chOff x="4159250" y="4224339"/>
            <a:chExt cx="1543051" cy="492125"/>
          </a:xfrm>
        </p:grpSpPr>
        <p:sp>
          <p:nvSpPr>
            <p:cNvPr id="189452" name="Rectangle 6">
              <a:extLst>
                <a:ext uri="{FF2B5EF4-FFF2-40B4-BE49-F238E27FC236}">
                  <a16:creationId xmlns:a16="http://schemas.microsoft.com/office/drawing/2014/main" id="{C9170008-EEE1-2042-8954-FF0C06007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9250" y="4224339"/>
              <a:ext cx="1231900" cy="492125"/>
            </a:xfrm>
            <a:prstGeom prst="rect">
              <a:avLst/>
            </a:prstGeom>
            <a:noFill/>
            <a:ln w="25400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/>
            <a:lstStyle>
              <a:lvl1pPr>
                <a:spcBef>
                  <a:spcPct val="20000"/>
                </a:spcBef>
                <a:buSzPct val="85000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solidFill>
                  <a:srgbClr val="20374E"/>
                </a:solidFill>
              </a:endParaRPr>
            </a:p>
          </p:txBody>
        </p:sp>
        <p:sp>
          <p:nvSpPr>
            <p:cNvPr id="189453" name="Freeform 15">
              <a:extLst>
                <a:ext uri="{FF2B5EF4-FFF2-40B4-BE49-F238E27FC236}">
                  <a16:creationId xmlns:a16="http://schemas.microsoft.com/office/drawing/2014/main" id="{4B5F1AEF-1C27-C241-BD29-00CC049BF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950" y="4483100"/>
              <a:ext cx="1284288" cy="65088"/>
            </a:xfrm>
            <a:custGeom>
              <a:avLst/>
              <a:gdLst>
                <a:gd name="T0" fmla="*/ 0 w 1270102"/>
                <a:gd name="T1" fmla="*/ 0 h 157892"/>
                <a:gd name="T2" fmla="*/ 45875 w 1270102"/>
                <a:gd name="T3" fmla="*/ 0 h 157892"/>
                <a:gd name="T4" fmla="*/ 183500 w 1270102"/>
                <a:gd name="T5" fmla="*/ 0 h 157892"/>
                <a:gd name="T6" fmla="*/ 229376 w 1270102"/>
                <a:gd name="T7" fmla="*/ 0 h 157892"/>
                <a:gd name="T8" fmla="*/ 550499 w 1270102"/>
                <a:gd name="T9" fmla="*/ 0 h 157892"/>
                <a:gd name="T10" fmla="*/ 657544 w 1270102"/>
                <a:gd name="T11" fmla="*/ 0 h 157892"/>
                <a:gd name="T12" fmla="*/ 1253918 w 1270102"/>
                <a:gd name="T13" fmla="*/ 0 h 157892"/>
                <a:gd name="T14" fmla="*/ 1376253 w 1270102"/>
                <a:gd name="T15" fmla="*/ 0 h 157892"/>
                <a:gd name="T16" fmla="*/ 1437416 w 1270102"/>
                <a:gd name="T17" fmla="*/ 0 h 1578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70102"/>
                <a:gd name="T28" fmla="*/ 0 h 157892"/>
                <a:gd name="T29" fmla="*/ 1270102 w 1270102"/>
                <a:gd name="T30" fmla="*/ 157892 h 15789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70102" h="157892">
                  <a:moveTo>
                    <a:pt x="0" y="157892"/>
                  </a:moveTo>
                  <a:cubicBezTo>
                    <a:pt x="12959" y="149253"/>
                    <a:pt x="24561" y="138111"/>
                    <a:pt x="38876" y="131976"/>
                  </a:cubicBezTo>
                  <a:cubicBezTo>
                    <a:pt x="57500" y="123995"/>
                    <a:pt x="140745" y="109750"/>
                    <a:pt x="155505" y="106060"/>
                  </a:cubicBezTo>
                  <a:cubicBezTo>
                    <a:pt x="168757" y="102747"/>
                    <a:pt x="180827" y="94796"/>
                    <a:pt x="194381" y="93102"/>
                  </a:cubicBezTo>
                  <a:cubicBezTo>
                    <a:pt x="284799" y="81800"/>
                    <a:pt x="375911" y="76893"/>
                    <a:pt x="466514" y="67186"/>
                  </a:cubicBezTo>
                  <a:cubicBezTo>
                    <a:pt x="496884" y="63932"/>
                    <a:pt x="526710" y="55555"/>
                    <a:pt x="557225" y="54228"/>
                  </a:cubicBezTo>
                  <a:cubicBezTo>
                    <a:pt x="725585" y="46908"/>
                    <a:pt x="894152" y="45589"/>
                    <a:pt x="1062616" y="41270"/>
                  </a:cubicBezTo>
                  <a:cubicBezTo>
                    <a:pt x="1097173" y="36951"/>
                    <a:pt x="1132687" y="37475"/>
                    <a:pt x="1166286" y="28312"/>
                  </a:cubicBezTo>
                  <a:cubicBezTo>
                    <a:pt x="1270102" y="0"/>
                    <a:pt x="1172574" y="2396"/>
                    <a:pt x="1218120" y="2396"/>
                  </a:cubicBezTo>
                </a:path>
              </a:pathLst>
            </a:custGeom>
            <a:solidFill>
              <a:schemeClr val="accent1"/>
            </a:solidFill>
            <a:ln w="762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  <p:sp>
          <p:nvSpPr>
            <p:cNvPr id="189454" name="Freeform 16">
              <a:extLst>
                <a:ext uri="{FF2B5EF4-FFF2-40B4-BE49-F238E27FC236}">
                  <a16:creationId xmlns:a16="http://schemas.microsoft.com/office/drawing/2014/main" id="{B6ED1618-A0AF-864A-9E9D-6F6D4A7BE5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1" y="4291014"/>
              <a:ext cx="212725" cy="179387"/>
            </a:xfrm>
            <a:custGeom>
              <a:avLst/>
              <a:gdLst>
                <a:gd name="T0" fmla="*/ 0 w 211529"/>
                <a:gd name="T1" fmla="*/ 173025 h 179886"/>
                <a:gd name="T2" fmla="*/ 42070 w 211529"/>
                <a:gd name="T3" fmla="*/ 148097 h 179886"/>
                <a:gd name="T4" fmla="*/ 70114 w 211529"/>
                <a:gd name="T5" fmla="*/ 110705 h 179886"/>
                <a:gd name="T6" fmla="*/ 112184 w 211529"/>
                <a:gd name="T7" fmla="*/ 98242 h 179886"/>
                <a:gd name="T8" fmla="*/ 140230 w 211529"/>
                <a:gd name="T9" fmla="*/ 73314 h 179886"/>
                <a:gd name="T10" fmla="*/ 168274 w 211529"/>
                <a:gd name="T11" fmla="*/ 35924 h 179886"/>
                <a:gd name="T12" fmla="*/ 224367 w 211529"/>
                <a:gd name="T13" fmla="*/ 10996 h 1798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1529"/>
                <a:gd name="T22" fmla="*/ 0 h 179886"/>
                <a:gd name="T23" fmla="*/ 211529 w 211529"/>
                <a:gd name="T24" fmla="*/ 179886 h 1798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1529" h="179886">
                  <a:moveTo>
                    <a:pt x="0" y="179886"/>
                  </a:moveTo>
                  <a:cubicBezTo>
                    <a:pt x="12959" y="171247"/>
                    <a:pt x="27863" y="164982"/>
                    <a:pt x="38876" y="153970"/>
                  </a:cubicBezTo>
                  <a:cubicBezTo>
                    <a:pt x="49889" y="142958"/>
                    <a:pt x="52632" y="124825"/>
                    <a:pt x="64793" y="115096"/>
                  </a:cubicBezTo>
                  <a:cubicBezTo>
                    <a:pt x="75460" y="106563"/>
                    <a:pt x="90710" y="106457"/>
                    <a:pt x="103669" y="102138"/>
                  </a:cubicBezTo>
                  <a:cubicBezTo>
                    <a:pt x="112308" y="93499"/>
                    <a:pt x="121955" y="85762"/>
                    <a:pt x="129587" y="76222"/>
                  </a:cubicBezTo>
                  <a:cubicBezTo>
                    <a:pt x="139316" y="64061"/>
                    <a:pt x="142546" y="45986"/>
                    <a:pt x="155504" y="37348"/>
                  </a:cubicBezTo>
                  <a:cubicBezTo>
                    <a:pt x="211529" y="0"/>
                    <a:pt x="207339" y="47861"/>
                    <a:pt x="207339" y="11433"/>
                  </a:cubicBezTo>
                </a:path>
              </a:pathLst>
            </a:custGeom>
            <a:solidFill>
              <a:srgbClr val="FF6600"/>
            </a:solidFill>
            <a:ln w="603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  <p:sp>
          <p:nvSpPr>
            <p:cNvPr id="189455" name="Freeform 18">
              <a:extLst>
                <a:ext uri="{FF2B5EF4-FFF2-40B4-BE49-F238E27FC236}">
                  <a16:creationId xmlns:a16="http://schemas.microsoft.com/office/drawing/2014/main" id="{B599AC90-8817-DA4B-860D-620A365DD62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364164" y="4510089"/>
              <a:ext cx="338137" cy="180975"/>
            </a:xfrm>
            <a:custGeom>
              <a:avLst/>
              <a:gdLst>
                <a:gd name="T0" fmla="*/ 0 w 211529"/>
                <a:gd name="T1" fmla="*/ 197409 h 179886"/>
                <a:gd name="T2" fmla="*/ 44051897 w 211529"/>
                <a:gd name="T3" fmla="*/ 168967 h 179886"/>
                <a:gd name="T4" fmla="*/ 73419439 w 211529"/>
                <a:gd name="T5" fmla="*/ 126306 h 179886"/>
                <a:gd name="T6" fmla="*/ 117472011 w 211529"/>
                <a:gd name="T7" fmla="*/ 112084 h 179886"/>
                <a:gd name="T8" fmla="*/ 146840388 w 211529"/>
                <a:gd name="T9" fmla="*/ 83644 h 179886"/>
                <a:gd name="T10" fmla="*/ 176208022 w 211529"/>
                <a:gd name="T11" fmla="*/ 40986 h 179886"/>
                <a:gd name="T12" fmla="*/ 234944808 w 211529"/>
                <a:gd name="T13" fmla="*/ 12548 h 1798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1529"/>
                <a:gd name="T22" fmla="*/ 0 h 179886"/>
                <a:gd name="T23" fmla="*/ 211529 w 211529"/>
                <a:gd name="T24" fmla="*/ 179886 h 1798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1529" h="179886">
                  <a:moveTo>
                    <a:pt x="0" y="179886"/>
                  </a:moveTo>
                  <a:cubicBezTo>
                    <a:pt x="12959" y="171247"/>
                    <a:pt x="27863" y="164982"/>
                    <a:pt x="38876" y="153970"/>
                  </a:cubicBezTo>
                  <a:cubicBezTo>
                    <a:pt x="49889" y="142958"/>
                    <a:pt x="52632" y="124825"/>
                    <a:pt x="64793" y="115096"/>
                  </a:cubicBezTo>
                  <a:cubicBezTo>
                    <a:pt x="75460" y="106563"/>
                    <a:pt x="90710" y="106457"/>
                    <a:pt x="103669" y="102138"/>
                  </a:cubicBezTo>
                  <a:cubicBezTo>
                    <a:pt x="112308" y="93499"/>
                    <a:pt x="121955" y="85762"/>
                    <a:pt x="129587" y="76222"/>
                  </a:cubicBezTo>
                  <a:cubicBezTo>
                    <a:pt x="139316" y="64061"/>
                    <a:pt x="142546" y="45986"/>
                    <a:pt x="155504" y="37348"/>
                  </a:cubicBezTo>
                  <a:cubicBezTo>
                    <a:pt x="211529" y="0"/>
                    <a:pt x="207339" y="47861"/>
                    <a:pt x="207339" y="11433"/>
                  </a:cubicBezTo>
                </a:path>
              </a:pathLst>
            </a:custGeom>
            <a:solidFill>
              <a:srgbClr val="FF6600"/>
            </a:solidFill>
            <a:ln w="603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22A2F19-BA88-1841-B352-2FF1C608E232}"/>
              </a:ext>
            </a:extLst>
          </p:cNvPr>
          <p:cNvGrpSpPr>
            <a:grpSpLocks/>
          </p:cNvGrpSpPr>
          <p:nvPr/>
        </p:nvGrpSpPr>
        <p:grpSpPr bwMode="auto">
          <a:xfrm>
            <a:off x="3044825" y="3810000"/>
            <a:ext cx="1101725" cy="1282700"/>
            <a:chOff x="3044825" y="3810000"/>
            <a:chExt cx="1101725" cy="1282700"/>
          </a:xfrm>
        </p:grpSpPr>
        <p:sp>
          <p:nvSpPr>
            <p:cNvPr id="189448" name="Rectangle 7">
              <a:extLst>
                <a:ext uri="{FF2B5EF4-FFF2-40B4-BE49-F238E27FC236}">
                  <a16:creationId xmlns:a16="http://schemas.microsoft.com/office/drawing/2014/main" id="{F0D10B42-187D-FC4F-B64E-6AE1DBC6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825" y="3810000"/>
              <a:ext cx="1101725" cy="128270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/>
            <a:lstStyle>
              <a:lvl1pPr>
                <a:spcBef>
                  <a:spcPct val="20000"/>
                </a:spcBef>
                <a:buSzPct val="85000"/>
                <a:buBlip>
                  <a:blip r:embed="rId4"/>
                </a:buBlip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7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SzPct val="7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SzPct val="7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b="0">
                <a:solidFill>
                  <a:srgbClr val="20374E"/>
                </a:solidFill>
              </a:endParaRPr>
            </a:p>
          </p:txBody>
        </p:sp>
        <p:sp>
          <p:nvSpPr>
            <p:cNvPr id="189449" name="Freeform 19">
              <a:extLst>
                <a:ext uri="{FF2B5EF4-FFF2-40B4-BE49-F238E27FC236}">
                  <a16:creationId xmlns:a16="http://schemas.microsoft.com/office/drawing/2014/main" id="{27DCB7D0-7F4A-F442-96F7-0010F49A88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1064" y="4159251"/>
              <a:ext cx="700087" cy="390525"/>
            </a:xfrm>
            <a:custGeom>
              <a:avLst/>
              <a:gdLst>
                <a:gd name="T0" fmla="*/ 704208 w 699771"/>
                <a:gd name="T1" fmla="*/ 389733 h 390454"/>
                <a:gd name="T2" fmla="*/ 391228 w 699771"/>
                <a:gd name="T3" fmla="*/ 376733 h 390454"/>
                <a:gd name="T4" fmla="*/ 339063 w 699771"/>
                <a:gd name="T5" fmla="*/ 337761 h 390454"/>
                <a:gd name="T6" fmla="*/ 260818 w 699771"/>
                <a:gd name="T7" fmla="*/ 298789 h 390454"/>
                <a:gd name="T8" fmla="*/ 234737 w 699771"/>
                <a:gd name="T9" fmla="*/ 272814 h 390454"/>
                <a:gd name="T10" fmla="*/ 195613 w 699771"/>
                <a:gd name="T11" fmla="*/ 246831 h 390454"/>
                <a:gd name="T12" fmla="*/ 143451 w 699771"/>
                <a:gd name="T13" fmla="*/ 181873 h 390454"/>
                <a:gd name="T14" fmla="*/ 117371 w 699771"/>
                <a:gd name="T15" fmla="*/ 142901 h 390454"/>
                <a:gd name="T16" fmla="*/ 78243 w 699771"/>
                <a:gd name="T17" fmla="*/ 129915 h 390454"/>
                <a:gd name="T18" fmla="*/ 65200 w 699771"/>
                <a:gd name="T19" fmla="*/ 90941 h 390454"/>
                <a:gd name="T20" fmla="*/ 39128 w 699771"/>
                <a:gd name="T21" fmla="*/ 64958 h 390454"/>
                <a:gd name="T22" fmla="*/ 0 w 699771"/>
                <a:gd name="T23" fmla="*/ 0 h 39045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99771"/>
                <a:gd name="T37" fmla="*/ 0 h 390454"/>
                <a:gd name="T38" fmla="*/ 699771 w 699771"/>
                <a:gd name="T39" fmla="*/ 390454 h 39045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99771" h="390454">
                  <a:moveTo>
                    <a:pt x="699771" y="388739"/>
                  </a:moveTo>
                  <a:cubicBezTo>
                    <a:pt x="596101" y="384420"/>
                    <a:pt x="491479" y="390454"/>
                    <a:pt x="388762" y="375781"/>
                  </a:cubicBezTo>
                  <a:cubicBezTo>
                    <a:pt x="367382" y="372727"/>
                    <a:pt x="354502" y="349460"/>
                    <a:pt x="336927" y="336907"/>
                  </a:cubicBezTo>
                  <a:cubicBezTo>
                    <a:pt x="292965" y="305507"/>
                    <a:pt x="307318" y="314080"/>
                    <a:pt x="259175" y="298033"/>
                  </a:cubicBezTo>
                  <a:cubicBezTo>
                    <a:pt x="250536" y="289394"/>
                    <a:pt x="242797" y="279749"/>
                    <a:pt x="233257" y="272117"/>
                  </a:cubicBezTo>
                  <a:cubicBezTo>
                    <a:pt x="221095" y="262388"/>
                    <a:pt x="204110" y="258362"/>
                    <a:pt x="194381" y="246201"/>
                  </a:cubicBezTo>
                  <a:cubicBezTo>
                    <a:pt x="122845" y="156786"/>
                    <a:pt x="253961" y="255684"/>
                    <a:pt x="142546" y="181411"/>
                  </a:cubicBezTo>
                  <a:cubicBezTo>
                    <a:pt x="133907" y="168453"/>
                    <a:pt x="128790" y="152266"/>
                    <a:pt x="116629" y="142537"/>
                  </a:cubicBezTo>
                  <a:cubicBezTo>
                    <a:pt x="105962" y="134004"/>
                    <a:pt x="87412" y="139237"/>
                    <a:pt x="77753" y="129579"/>
                  </a:cubicBezTo>
                  <a:cubicBezTo>
                    <a:pt x="68094" y="119921"/>
                    <a:pt x="71822" y="102418"/>
                    <a:pt x="64794" y="90706"/>
                  </a:cubicBezTo>
                  <a:cubicBezTo>
                    <a:pt x="58508" y="80230"/>
                    <a:pt x="46508" y="74330"/>
                    <a:pt x="38876" y="64790"/>
                  </a:cubicBezTo>
                  <a:cubicBezTo>
                    <a:pt x="18028" y="38731"/>
                    <a:pt x="13458" y="26914"/>
                    <a:pt x="0" y="0"/>
                  </a:cubicBezTo>
                </a:path>
              </a:pathLst>
            </a:custGeom>
            <a:noFill/>
            <a:ln w="635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  <p:sp>
          <p:nvSpPr>
            <p:cNvPr id="189450" name="Freeform 20">
              <a:extLst>
                <a:ext uri="{FF2B5EF4-FFF2-40B4-BE49-F238E27FC236}">
                  <a16:creationId xmlns:a16="http://schemas.microsoft.com/office/drawing/2014/main" id="{74C488ED-CC42-6240-8F00-7C2E97937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676" y="4573589"/>
              <a:ext cx="752475" cy="30162"/>
            </a:xfrm>
            <a:custGeom>
              <a:avLst/>
              <a:gdLst>
                <a:gd name="T0" fmla="*/ 763863 w 751606"/>
                <a:gd name="T1" fmla="*/ 0 h 29113"/>
                <a:gd name="T2" fmla="*/ 355592 w 751606"/>
                <a:gd name="T3" fmla="*/ 21269 h 29113"/>
                <a:gd name="T4" fmla="*/ 263401 w 751606"/>
                <a:gd name="T5" fmla="*/ 42537 h 29113"/>
                <a:gd name="T6" fmla="*/ 0 w 751606"/>
                <a:gd name="T7" fmla="*/ 42537 h 2911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1606"/>
                <a:gd name="T13" fmla="*/ 0 h 29113"/>
                <a:gd name="T14" fmla="*/ 751606 w 751606"/>
                <a:gd name="T15" fmla="*/ 29113 h 2911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1606" h="29113">
                  <a:moveTo>
                    <a:pt x="751606" y="0"/>
                  </a:moveTo>
                  <a:cubicBezTo>
                    <a:pt x="617699" y="4319"/>
                    <a:pt x="483677" y="5917"/>
                    <a:pt x="349886" y="12958"/>
                  </a:cubicBezTo>
                  <a:cubicBezTo>
                    <a:pt x="319384" y="14563"/>
                    <a:pt x="289698" y="24786"/>
                    <a:pt x="259175" y="25916"/>
                  </a:cubicBezTo>
                  <a:cubicBezTo>
                    <a:pt x="172843" y="29113"/>
                    <a:pt x="86392" y="25916"/>
                    <a:pt x="0" y="25916"/>
                  </a:cubicBezTo>
                </a:path>
              </a:pathLst>
            </a:custGeom>
            <a:solidFill>
              <a:schemeClr val="accent1"/>
            </a:solidFill>
            <a:ln w="635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  <p:sp>
          <p:nvSpPr>
            <p:cNvPr id="189451" name="Freeform 21">
              <a:extLst>
                <a:ext uri="{FF2B5EF4-FFF2-40B4-BE49-F238E27FC236}">
                  <a16:creationId xmlns:a16="http://schemas.microsoft.com/office/drawing/2014/main" id="{748490C7-FB47-6041-815C-C484C034B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400" y="4600576"/>
              <a:ext cx="666750" cy="271463"/>
            </a:xfrm>
            <a:custGeom>
              <a:avLst/>
              <a:gdLst>
                <a:gd name="T0" fmla="*/ 663456 w 667004"/>
                <a:gd name="T1" fmla="*/ 0 h 272117"/>
                <a:gd name="T2" fmla="*/ 586119 w 667004"/>
                <a:gd name="T3" fmla="*/ 12529 h 272117"/>
                <a:gd name="T4" fmla="*/ 483000 w 667004"/>
                <a:gd name="T5" fmla="*/ 25056 h 272117"/>
                <a:gd name="T6" fmla="*/ 418550 w 667004"/>
                <a:gd name="T7" fmla="*/ 50114 h 272117"/>
                <a:gd name="T8" fmla="*/ 366993 w 667004"/>
                <a:gd name="T9" fmla="*/ 62643 h 272117"/>
                <a:gd name="T10" fmla="*/ 289651 w 667004"/>
                <a:gd name="T11" fmla="*/ 100229 h 272117"/>
                <a:gd name="T12" fmla="*/ 225204 w 667004"/>
                <a:gd name="T13" fmla="*/ 125287 h 272117"/>
                <a:gd name="T14" fmla="*/ 122080 w 667004"/>
                <a:gd name="T15" fmla="*/ 175398 h 272117"/>
                <a:gd name="T16" fmla="*/ 70525 w 667004"/>
                <a:gd name="T17" fmla="*/ 200459 h 272117"/>
                <a:gd name="T18" fmla="*/ 31859 w 667004"/>
                <a:gd name="T19" fmla="*/ 212988 h 272117"/>
                <a:gd name="T20" fmla="*/ 6081 w 667004"/>
                <a:gd name="T21" fmla="*/ 263103 h 27211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667004"/>
                <a:gd name="T34" fmla="*/ 0 h 272117"/>
                <a:gd name="T35" fmla="*/ 667004 w 667004"/>
                <a:gd name="T36" fmla="*/ 272117 h 27211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667004" h="272117">
                  <a:moveTo>
                    <a:pt x="667004" y="0"/>
                  </a:moveTo>
                  <a:cubicBezTo>
                    <a:pt x="641087" y="4319"/>
                    <a:pt x="615263" y="9243"/>
                    <a:pt x="589252" y="12958"/>
                  </a:cubicBezTo>
                  <a:cubicBezTo>
                    <a:pt x="554776" y="17883"/>
                    <a:pt x="519516" y="18085"/>
                    <a:pt x="485582" y="25915"/>
                  </a:cubicBezTo>
                  <a:cubicBezTo>
                    <a:pt x="462916" y="31145"/>
                    <a:pt x="442857" y="44475"/>
                    <a:pt x="420789" y="51831"/>
                  </a:cubicBezTo>
                  <a:cubicBezTo>
                    <a:pt x="403893" y="57463"/>
                    <a:pt x="385490" y="58175"/>
                    <a:pt x="368954" y="64789"/>
                  </a:cubicBezTo>
                  <a:cubicBezTo>
                    <a:pt x="342050" y="75550"/>
                    <a:pt x="317580" y="91673"/>
                    <a:pt x="291201" y="103663"/>
                  </a:cubicBezTo>
                  <a:cubicBezTo>
                    <a:pt x="270025" y="113288"/>
                    <a:pt x="247528" y="119832"/>
                    <a:pt x="226408" y="129579"/>
                  </a:cubicBezTo>
                  <a:cubicBezTo>
                    <a:pt x="191329" y="145769"/>
                    <a:pt x="157295" y="164134"/>
                    <a:pt x="122738" y="181411"/>
                  </a:cubicBezTo>
                  <a:cubicBezTo>
                    <a:pt x="105460" y="190050"/>
                    <a:pt x="89229" y="201219"/>
                    <a:pt x="70903" y="207327"/>
                  </a:cubicBezTo>
                  <a:lnTo>
                    <a:pt x="32027" y="220285"/>
                  </a:lnTo>
                  <a:cubicBezTo>
                    <a:pt x="0" y="252309"/>
                    <a:pt x="6109" y="233984"/>
                    <a:pt x="6109" y="272117"/>
                  </a:cubicBezTo>
                </a:path>
              </a:pathLst>
            </a:custGeom>
            <a:solidFill>
              <a:schemeClr val="accent1"/>
            </a:solidFill>
            <a:ln w="635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91435" tIns="45718" rIns="91435" bIns="45718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1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111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andstoneAA">
  <a:themeElements>
    <a:clrScheme name="Ricepaper 5">
      <a:dk1>
        <a:srgbClr val="20374E"/>
      </a:dk1>
      <a:lt1>
        <a:srgbClr val="DCE4D2"/>
      </a:lt1>
      <a:dk2>
        <a:srgbClr val="333333"/>
      </a:dk2>
      <a:lt2>
        <a:srgbClr val="524C46"/>
      </a:lt2>
      <a:accent1>
        <a:srgbClr val="C9C491"/>
      </a:accent1>
      <a:accent2>
        <a:srgbClr val="8A776A"/>
      </a:accent2>
      <a:accent3>
        <a:srgbClr val="EBEFE5"/>
      </a:accent3>
      <a:accent4>
        <a:srgbClr val="1A2D41"/>
      </a:accent4>
      <a:accent5>
        <a:srgbClr val="E1DEC7"/>
      </a:accent5>
      <a:accent6>
        <a:srgbClr val="7D6B5F"/>
      </a:accent6>
      <a:hlink>
        <a:srgbClr val="67895F"/>
      </a:hlink>
      <a:folHlink>
        <a:srgbClr val="4D4D4D"/>
      </a:folHlink>
    </a:clrScheme>
    <a:fontScheme name="Ricepap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7_Default Design">
  <a:themeElements>
    <a:clrScheme name="">
      <a:dk1>
        <a:srgbClr val="919191"/>
      </a:dk1>
      <a:lt1>
        <a:srgbClr val="FFFFFF"/>
      </a:lt1>
      <a:dk2>
        <a:srgbClr val="000000"/>
      </a:dk2>
      <a:lt2>
        <a:srgbClr val="FAFD00"/>
      </a:lt2>
      <a:accent1>
        <a:srgbClr val="618FFD"/>
      </a:accent1>
      <a:accent2>
        <a:srgbClr val="FE9B03"/>
      </a:accent2>
      <a:accent3>
        <a:srgbClr val="AAAAAA"/>
      </a:accent3>
      <a:accent4>
        <a:srgbClr val="DADADA"/>
      </a:accent4>
      <a:accent5>
        <a:srgbClr val="B7C6FE"/>
      </a:accent5>
      <a:accent6>
        <a:srgbClr val="E68C02"/>
      </a:accent6>
      <a:hlink>
        <a:srgbClr val="00DFCA"/>
      </a:hlink>
      <a:folHlink>
        <a:srgbClr val="F35B1B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sandstoneAA">
  <a:themeElements>
    <a:clrScheme name="Ricepaper 5">
      <a:dk1>
        <a:srgbClr val="20374E"/>
      </a:dk1>
      <a:lt1>
        <a:srgbClr val="DCE4D2"/>
      </a:lt1>
      <a:dk2>
        <a:srgbClr val="333333"/>
      </a:dk2>
      <a:lt2>
        <a:srgbClr val="524C46"/>
      </a:lt2>
      <a:accent1>
        <a:srgbClr val="C9C491"/>
      </a:accent1>
      <a:accent2>
        <a:srgbClr val="8A776A"/>
      </a:accent2>
      <a:accent3>
        <a:srgbClr val="EBEFE5"/>
      </a:accent3>
      <a:accent4>
        <a:srgbClr val="1A2D41"/>
      </a:accent4>
      <a:accent5>
        <a:srgbClr val="E1DEC7"/>
      </a:accent5>
      <a:accent6>
        <a:srgbClr val="7D6B5F"/>
      </a:accent6>
      <a:hlink>
        <a:srgbClr val="67895F"/>
      </a:hlink>
      <a:folHlink>
        <a:srgbClr val="4D4D4D"/>
      </a:folHlink>
    </a:clrScheme>
    <a:fontScheme name="Ricepap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Ricepaper">
  <a:themeElements>
    <a:clrScheme name="Ricepaper 5">
      <a:dk1>
        <a:srgbClr val="20374E"/>
      </a:dk1>
      <a:lt1>
        <a:srgbClr val="DCE4D2"/>
      </a:lt1>
      <a:dk2>
        <a:srgbClr val="333333"/>
      </a:dk2>
      <a:lt2>
        <a:srgbClr val="524C46"/>
      </a:lt2>
      <a:accent1>
        <a:srgbClr val="C9C491"/>
      </a:accent1>
      <a:accent2>
        <a:srgbClr val="8A776A"/>
      </a:accent2>
      <a:accent3>
        <a:srgbClr val="EBEFE5"/>
      </a:accent3>
      <a:accent4>
        <a:srgbClr val="1A2D41"/>
      </a:accent4>
      <a:accent5>
        <a:srgbClr val="E1DEC7"/>
      </a:accent5>
      <a:accent6>
        <a:srgbClr val="7D6B5F"/>
      </a:accent6>
      <a:hlink>
        <a:srgbClr val="67895F"/>
      </a:hlink>
      <a:folHlink>
        <a:srgbClr val="4D4D4D"/>
      </a:folHlink>
    </a:clrScheme>
    <a:fontScheme name="Ricepap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2_sandstoneAA">
  <a:themeElements>
    <a:clrScheme name="Ricepaper 5">
      <a:dk1>
        <a:srgbClr val="20374E"/>
      </a:dk1>
      <a:lt1>
        <a:srgbClr val="DCE4D2"/>
      </a:lt1>
      <a:dk2>
        <a:srgbClr val="333333"/>
      </a:dk2>
      <a:lt2>
        <a:srgbClr val="524C46"/>
      </a:lt2>
      <a:accent1>
        <a:srgbClr val="C9C491"/>
      </a:accent1>
      <a:accent2>
        <a:srgbClr val="8A776A"/>
      </a:accent2>
      <a:accent3>
        <a:srgbClr val="EBEFE5"/>
      </a:accent3>
      <a:accent4>
        <a:srgbClr val="1A2D41"/>
      </a:accent4>
      <a:accent5>
        <a:srgbClr val="E1DEC7"/>
      </a:accent5>
      <a:accent6>
        <a:srgbClr val="7D6B5F"/>
      </a:accent6>
      <a:hlink>
        <a:srgbClr val="67895F"/>
      </a:hlink>
      <a:folHlink>
        <a:srgbClr val="4D4D4D"/>
      </a:folHlink>
    </a:clrScheme>
    <a:fontScheme name="Ricepap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3_sandstoneAA">
  <a:themeElements>
    <a:clrScheme name="Ricepaper 5">
      <a:dk1>
        <a:srgbClr val="20374E"/>
      </a:dk1>
      <a:lt1>
        <a:srgbClr val="DCE4D2"/>
      </a:lt1>
      <a:dk2>
        <a:srgbClr val="333333"/>
      </a:dk2>
      <a:lt2>
        <a:srgbClr val="524C46"/>
      </a:lt2>
      <a:accent1>
        <a:srgbClr val="C9C491"/>
      </a:accent1>
      <a:accent2>
        <a:srgbClr val="8A776A"/>
      </a:accent2>
      <a:accent3>
        <a:srgbClr val="EBEFE5"/>
      </a:accent3>
      <a:accent4>
        <a:srgbClr val="1A2D41"/>
      </a:accent4>
      <a:accent5>
        <a:srgbClr val="E1DEC7"/>
      </a:accent5>
      <a:accent6>
        <a:srgbClr val="7D6B5F"/>
      </a:accent6>
      <a:hlink>
        <a:srgbClr val="67895F"/>
      </a:hlink>
      <a:folHlink>
        <a:srgbClr val="4D4D4D"/>
      </a:folHlink>
    </a:clrScheme>
    <a:fontScheme name="Ricepaper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37184</TotalTime>
  <Words>581</Words>
  <Application>Microsoft Macintosh PowerPoint</Application>
  <PresentationFormat>On-screen Show (4:3)</PresentationFormat>
  <Paragraphs>176</Paragraphs>
  <Slides>15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3" baseType="lpstr">
      <vt:lpstr>Arial</vt:lpstr>
      <vt:lpstr>Calibri</vt:lpstr>
      <vt:lpstr>Comic Sans MS</vt:lpstr>
      <vt:lpstr>Optima</vt:lpstr>
      <vt:lpstr>Tahoma</vt:lpstr>
      <vt:lpstr>Times</vt:lpstr>
      <vt:lpstr>Times New Roman</vt:lpstr>
      <vt:lpstr>Wingdings</vt:lpstr>
      <vt:lpstr>Default Design</vt:lpstr>
      <vt:lpstr>1_sandstoneAA</vt:lpstr>
      <vt:lpstr>7_Default Design</vt:lpstr>
      <vt:lpstr>4_Default Design</vt:lpstr>
      <vt:lpstr>sandstoneAA</vt:lpstr>
      <vt:lpstr>5_Ricepaper</vt:lpstr>
      <vt:lpstr>1_Default Design</vt:lpstr>
      <vt:lpstr>2_sandstoneAA</vt:lpstr>
      <vt:lpstr>3_sandstoneAA</vt:lpstr>
      <vt:lpstr>Image</vt:lpstr>
      <vt:lpstr>Analysis of DTI Data –  ROI Methods</vt:lpstr>
      <vt:lpstr>Data Analysis Design</vt:lpstr>
      <vt:lpstr>Diffusion Tensor MRI:  Measures</vt:lpstr>
      <vt:lpstr>Diffusion Tensor MRI:  Strategies for Data Analysis</vt:lpstr>
      <vt:lpstr>DTI Histogram Analysis</vt:lpstr>
      <vt:lpstr>DTI ROI Analysis</vt:lpstr>
      <vt:lpstr>Requires Anatomic Specificity</vt:lpstr>
      <vt:lpstr>ROI Analysis</vt:lpstr>
      <vt:lpstr>DTI of Corpus Callosum in Autism</vt:lpstr>
      <vt:lpstr>DTI of Corpus Callosum Effect Sizes</vt:lpstr>
      <vt:lpstr>Template-Based ROIs</vt:lpstr>
      <vt:lpstr>DTI Tractography Analysis</vt:lpstr>
      <vt:lpstr>PowerPoint Presentation</vt:lpstr>
      <vt:lpstr>PowerPoint Presentation</vt:lpstr>
      <vt:lpstr>Inferior Longitudinal Fasciculus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Tensor MRI  at 3 Tesla</dc:title>
  <dc:creator>alexander</dc:creator>
  <cp:lastModifiedBy>ANDREW L ALEXANDER</cp:lastModifiedBy>
  <cp:revision>155</cp:revision>
  <cp:lastPrinted>2018-10-02T20:35:02Z</cp:lastPrinted>
  <dcterms:created xsi:type="dcterms:W3CDTF">2010-10-07T17:37:11Z</dcterms:created>
  <dcterms:modified xsi:type="dcterms:W3CDTF">2020-10-27T23:15:45Z</dcterms:modified>
</cp:coreProperties>
</file>