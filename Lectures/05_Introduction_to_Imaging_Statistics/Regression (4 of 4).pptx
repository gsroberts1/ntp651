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Economica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Economica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Economica-bold.fntdata"/><Relationship Id="rId18" Type="http://schemas.openxmlformats.org/officeDocument/2006/relationships/font" Target="fonts/Economic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 minutes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9db697ba2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9db697ba2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9a984c86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9a984c86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9db697ba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9db697ba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9db697ba2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9db697ba2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db697ba2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9db697ba2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db697ba2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db697ba2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9db697ba2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9db697ba2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db697ba2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db697ba2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db697ba2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9db697ba2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9db697ba2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9db697ba2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a984c868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a984c86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232113" y="1224850"/>
            <a:ext cx="2180123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2425650" y="1224849"/>
            <a:ext cx="4292700" cy="157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044700" y="29641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None/>
              <a:defRPr sz="21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>
            <a:off x="4464663" y="2628025"/>
            <a:ext cx="2180123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eanette Luxe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121900"/>
            <a:ext cx="9144000" cy="978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  <a:defRPr sz="3000"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>
              <a:spcBef>
                <a:spcPts val="1600"/>
              </a:spcBef>
              <a:spcAft>
                <a:spcPts val="0"/>
              </a:spcAft>
              <a:buSzPts val="2600"/>
              <a:buFont typeface="Calibri"/>
              <a:buChar char="○"/>
              <a:defRPr sz="2600"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>
              <a:spcBef>
                <a:spcPts val="1600"/>
              </a:spcBef>
              <a:spcAft>
                <a:spcPts val="0"/>
              </a:spcAft>
              <a:buSzPts val="2200"/>
              <a:buFont typeface="Calibri"/>
              <a:buChar char="■"/>
              <a:defRPr sz="22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228450" y="1224850"/>
            <a:ext cx="4378200" cy="15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</a:rPr>
              <a:t>Regression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(4 of 4)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2269250" y="2964175"/>
            <a:ext cx="43374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Jeanette Mumford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6207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 to ask questions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(anonymous, but be polite) 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3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3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3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tinyurl.com/questions-for-jeanette</a:t>
            </a:r>
            <a:endParaRPr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Work with the Glm GUI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Directly used to make design matrices and contrasts for randomise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Similar to the Feat GLM setup (aka when you’re not using randomise)	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Fire up a terminal and get ready to follow along!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we will set up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1-sample t-test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2-sample t-test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i="1" lang="en"/>
              <a:t>Paired</a:t>
            </a:r>
            <a:r>
              <a:rPr lang="en"/>
              <a:t> t-test (we haven’t seen this one yet!)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Let’s review the paired t-test first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200" y="171450"/>
            <a:ext cx="5934075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so different?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825" y="1216775"/>
            <a:ext cx="4868076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so different?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775" y="1237475"/>
            <a:ext cx="4868076" cy="36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6952350" y="1719100"/>
            <a:ext cx="20643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Mean difference is perfect, but residuals are HUGE</a:t>
            </a:r>
            <a:endParaRPr b="1" sz="17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Correlation between pairs of data points is ignored</a:t>
            </a:r>
            <a:endParaRPr b="1" sz="17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How to fix it:  Center values within-subject first</a:t>
            </a:r>
            <a:endParaRPr sz="3700"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638" y="1196075"/>
            <a:ext cx="4868076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How to fix it:  Center values within-subject first</a:t>
            </a:r>
            <a:endParaRPr sz="3700"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3425" y="1147225"/>
            <a:ext cx="4899319" cy="369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6828075" y="1864075"/>
            <a:ext cx="2004300" cy="14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Mean difference is exactly the same, but residuals are much smaller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Repeated measures have been accounted for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</a:t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975" y="1368675"/>
            <a:ext cx="474345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/>
          <p:nvPr/>
        </p:nvSpPr>
        <p:spPr>
          <a:xfrm>
            <a:off x="6393125" y="1726000"/>
            <a:ext cx="545400" cy="635202"/>
          </a:xfrm>
          <a:prstGeom prst="irregularSeal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note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Setting this model up in the GUI is not fun </a:t>
            </a:r>
            <a:r>
              <a:rPr b="1" lang="en"/>
              <a:t>AND</a:t>
            </a:r>
            <a:r>
              <a:rPr lang="en"/>
              <a:t> is often completely avoidable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Estimate the paired differences ahead of time!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Then your model is a 1-sample t-test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With fMRI analyses via Feat, you can easily do this in a first or second level model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With randomise-based models, fslmaths can be used to calculate image differences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it!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