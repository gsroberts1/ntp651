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6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 minutes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a9db04a4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a9db04a4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a984c86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a984c86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9a9db04a4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9a9db04a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9a9db04a4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9a9db04a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a9db04a4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a9db04a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a9db04a4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a9db04a4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a9db04a4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9a9db04a4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a9db04a4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a9db04a4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9a9db04a4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9a9db04a4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9a9db04a4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9a9db04a4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a9db04a4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a9db04a4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9a9db04a4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9a9db04a4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9a9db04a4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9a9db04a4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a9db04a4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a9db04a4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a984c86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a984c86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32113" y="1224850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425650" y="1224849"/>
            <a:ext cx="4292700" cy="15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44700" y="29641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4464663" y="2628025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eanette Lux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121900"/>
            <a:ext cx="9144000" cy="978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>
              <a:spcBef>
                <a:spcPts val="1600"/>
              </a:spcBef>
              <a:spcAft>
                <a:spcPts val="0"/>
              </a:spcAft>
              <a:buSzPts val="2600"/>
              <a:buFont typeface="Calibri"/>
              <a:buChar char="○"/>
              <a:defRPr sz="2600"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>
              <a:spcBef>
                <a:spcPts val="1600"/>
              </a:spcBef>
              <a:spcAft>
                <a:spcPts val="0"/>
              </a:spcAft>
              <a:buSzPts val="2200"/>
              <a:buFont typeface="Calibri"/>
              <a:buChar char="■"/>
              <a:defRPr sz="22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sl.fmrib.ox.ac.uk/fsl/fslwiki/GLM" TargetMode="External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228450" y="1224850"/>
            <a:ext cx="4378200" cy="15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Regression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(2 of 4)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269250" y="2964175"/>
            <a:ext cx="43374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Jeanette Mumford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620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to ask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(anonymous, but be polite) 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35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3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tinyurl.com/questions-for-jeanette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Practice interpreting regression parameters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That’s it!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simplest model: 1- sample t-test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You’ve estimated a brain activation difference between two tasks (contrast) for each subject.  You want to know if the mean difference is different from 0.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875" y="3632550"/>
            <a:ext cx="3720250" cy="5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form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725" y="1085600"/>
            <a:ext cx="6413760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form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075" y="1071025"/>
            <a:ext cx="6071693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sample t-test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Numerous formulations (I’ll show 2!)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250" y="2375300"/>
            <a:ext cx="7239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2526850" y="3626425"/>
            <a:ext cx="41631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G1 is an </a:t>
            </a:r>
            <a:r>
              <a:rPr b="1" i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indicator </a:t>
            </a: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 for Group 1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= 1 for Group 1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= 0, otherwise (Group 2)</a:t>
            </a:r>
            <a:endParaRPr b="1" sz="17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careful! 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50" y="1080250"/>
            <a:ext cx="8394899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careful! 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00" y="1071025"/>
            <a:ext cx="7368698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7224425" y="3429925"/>
            <a:ext cx="16665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What is B0?</a:t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7165800" y="1231225"/>
            <a:ext cx="16665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What is B1?</a:t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careful! 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00" y="1071025"/>
            <a:ext cx="7368698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7224425" y="3429925"/>
            <a:ext cx="16665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What is B0?</a:t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Mean of G2</a:t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7165800" y="1231225"/>
            <a:ext cx="16665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What is B1?</a:t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G1 - G2</a:t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sample t-test: Formulation #2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2490050"/>
            <a:ext cx="81153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25" y="819525"/>
            <a:ext cx="8839198" cy="380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75" y="726013"/>
            <a:ext cx="6242726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/>
        </p:nvSpPr>
        <p:spPr>
          <a:xfrm>
            <a:off x="6629225" y="736575"/>
            <a:ext cx="2195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What are the interpretations of the betas??</a:t>
            </a:r>
            <a:endParaRPr b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75" y="726013"/>
            <a:ext cx="6242726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6629225" y="736575"/>
            <a:ext cx="2195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How do we test a group difference?</a:t>
            </a:r>
            <a:endParaRPr b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Contrasts</a:t>
            </a:r>
            <a:endParaRPr b="1" i="1" sz="2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many more model setups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https://fsl.fmrib.ox.ac.uk/fsl/fslwiki/GLM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874" y="1769475"/>
            <a:ext cx="3257756" cy="324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it!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quiz will definitely have questions about design matrix setup, so bookmark that page!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